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8" r:id="rId4"/>
    <p:sldId id="258" r:id="rId5"/>
    <p:sldId id="259" r:id="rId6"/>
    <p:sldId id="261" r:id="rId7"/>
    <p:sldId id="265" r:id="rId8"/>
    <p:sldId id="266" r:id="rId9"/>
    <p:sldId id="267" r:id="rId10"/>
    <p:sldId id="264" r:id="rId11"/>
    <p:sldId id="262"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DCB"/>
          </a:solidFill>
        </a:fill>
      </a:tcStyle>
    </a:wholeTbl>
    <a:band2H>
      <a:tcTxStyle/>
      <a:tcStyle>
        <a:tcBdr/>
        <a:fill>
          <a:solidFill>
            <a:srgbClr val="ECEF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DE"/>
          </a:solidFill>
        </a:fill>
      </a:tcStyle>
    </a:wholeTbl>
    <a:band2H>
      <a:tcTxStyle/>
      <a:tcStyle>
        <a:tcBdr/>
        <a:fill>
          <a:solidFill>
            <a:srgbClr val="E8EB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E4CD"/>
          </a:solidFill>
        </a:fill>
      </a:tcStyle>
    </a:wholeTbl>
    <a:band2H>
      <a:tcTxStyle/>
      <a:tcStyle>
        <a:tcBdr/>
        <a:fill>
          <a:solidFill>
            <a:srgbClr val="F9F2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94660"/>
  </p:normalViewPr>
  <p:slideViewPr>
    <p:cSldViewPr snapToGrid="0">
      <p:cViewPr>
        <p:scale>
          <a:sx n="82" d="100"/>
          <a:sy n="82" d="100"/>
        </p:scale>
        <p:origin x="63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xfrm>
            <a:off x="1143000" y="685800"/>
            <a:ext cx="4572000" cy="3429000"/>
          </a:xfrm>
          <a:prstGeom prst="rect">
            <a:avLst/>
          </a:prstGeom>
        </p:spPr>
        <p:txBody>
          <a:bodyPr/>
          <a:lstStyle/>
          <a:p>
            <a:endParaRPr/>
          </a:p>
        </p:txBody>
      </p:sp>
      <p:sp>
        <p:nvSpPr>
          <p:cNvPr id="180" name="Shape 18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Garamond"/>
      </a:defRPr>
    </a:lvl1pPr>
    <a:lvl2pPr indent="228600" defTabSz="457200" latinLnBrk="0">
      <a:defRPr sz="1200">
        <a:latin typeface="+mn-lt"/>
        <a:ea typeface="+mn-ea"/>
        <a:cs typeface="+mn-cs"/>
        <a:sym typeface="Garamond"/>
      </a:defRPr>
    </a:lvl2pPr>
    <a:lvl3pPr indent="457200" defTabSz="457200" latinLnBrk="0">
      <a:defRPr sz="1200">
        <a:latin typeface="+mn-lt"/>
        <a:ea typeface="+mn-ea"/>
        <a:cs typeface="+mn-cs"/>
        <a:sym typeface="Garamond"/>
      </a:defRPr>
    </a:lvl3pPr>
    <a:lvl4pPr indent="685800" defTabSz="457200" latinLnBrk="0">
      <a:defRPr sz="1200">
        <a:latin typeface="+mn-lt"/>
        <a:ea typeface="+mn-ea"/>
        <a:cs typeface="+mn-cs"/>
        <a:sym typeface="Garamond"/>
      </a:defRPr>
    </a:lvl4pPr>
    <a:lvl5pPr indent="914400" defTabSz="457200" latinLnBrk="0">
      <a:defRPr sz="1200">
        <a:latin typeface="+mn-lt"/>
        <a:ea typeface="+mn-ea"/>
        <a:cs typeface="+mn-cs"/>
        <a:sym typeface="Garamond"/>
      </a:defRPr>
    </a:lvl5pPr>
    <a:lvl6pPr indent="1143000" defTabSz="457200" latinLnBrk="0">
      <a:defRPr sz="1200">
        <a:latin typeface="+mn-lt"/>
        <a:ea typeface="+mn-ea"/>
        <a:cs typeface="+mn-cs"/>
        <a:sym typeface="Garamond"/>
      </a:defRPr>
    </a:lvl6pPr>
    <a:lvl7pPr indent="1371600" defTabSz="457200" latinLnBrk="0">
      <a:defRPr sz="1200">
        <a:latin typeface="+mn-lt"/>
        <a:ea typeface="+mn-ea"/>
        <a:cs typeface="+mn-cs"/>
        <a:sym typeface="Garamond"/>
      </a:defRPr>
    </a:lvl7pPr>
    <a:lvl8pPr indent="1600200" defTabSz="457200" latinLnBrk="0">
      <a:defRPr sz="1200">
        <a:latin typeface="+mn-lt"/>
        <a:ea typeface="+mn-ea"/>
        <a:cs typeface="+mn-cs"/>
        <a:sym typeface="Garamond"/>
      </a:defRPr>
    </a:lvl8pPr>
    <a:lvl9pPr indent="1828800" defTabSz="457200" latinLnBrk="0">
      <a:defRPr sz="1200">
        <a:latin typeface="+mn-lt"/>
        <a:ea typeface="+mn-ea"/>
        <a:cs typeface="+mn-cs"/>
        <a:sym typeface="Garamond"/>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pSp>
        <p:nvGrpSpPr>
          <p:cNvPr id="20" name="Group 6"/>
          <p:cNvGrpSpPr/>
          <p:nvPr/>
        </p:nvGrpSpPr>
        <p:grpSpPr>
          <a:xfrm>
            <a:off x="-16935" y="0"/>
            <a:ext cx="12231161" cy="6856215"/>
            <a:chOff x="0" y="0"/>
            <a:chExt cx="12231160" cy="6856214"/>
          </a:xfrm>
        </p:grpSpPr>
        <p:pic>
          <p:nvPicPr>
            <p:cNvPr id="16" name="Picture 15" descr="Picture 15"/>
            <p:cNvPicPr>
              <a:picLocks noChangeAspect="1"/>
            </p:cNvPicPr>
            <p:nvPr/>
          </p:nvPicPr>
          <p:blipFill>
            <a:blip r:embed="rId2"/>
            <a:stretch>
              <a:fillRect/>
            </a:stretch>
          </p:blipFill>
          <p:spPr>
            <a:xfrm>
              <a:off x="16933" y="0"/>
              <a:ext cx="12188826" cy="6856215"/>
            </a:xfrm>
            <a:prstGeom prst="rect">
              <a:avLst/>
            </a:prstGeom>
            <a:ln w="12700" cap="flat">
              <a:noFill/>
              <a:miter lim="400000"/>
            </a:ln>
            <a:effectLst/>
          </p:spPr>
        </p:pic>
        <p:sp>
          <p:nvSpPr>
            <p:cNvPr id="17" name="Rectangle 25"/>
            <p:cNvSpPr/>
            <p:nvPr/>
          </p:nvSpPr>
          <p:spPr>
            <a:xfrm>
              <a:off x="2345265" y="1540930"/>
              <a:ext cx="7543803" cy="3835403"/>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endParaRPr/>
            </a:p>
          </p:txBody>
        </p:sp>
        <p:pic>
          <p:nvPicPr>
            <p:cNvPr id="18" name="Picture 16" descr="Picture 16"/>
            <p:cNvPicPr>
              <a:picLocks noChangeAspect="1"/>
            </p:cNvPicPr>
            <p:nvPr/>
          </p:nvPicPr>
          <p:blipFill>
            <a:blip r:embed="rId3"/>
            <a:stretch>
              <a:fillRect/>
            </a:stretch>
          </p:blipFill>
          <p:spPr>
            <a:xfrm>
              <a:off x="-1" y="3147609"/>
              <a:ext cx="2478025" cy="612649"/>
            </a:xfrm>
            <a:prstGeom prst="rect">
              <a:avLst/>
            </a:prstGeom>
            <a:ln w="12700" cap="flat">
              <a:noFill/>
              <a:miter lim="400000"/>
            </a:ln>
            <a:effectLst/>
          </p:spPr>
        </p:pic>
        <p:pic>
          <p:nvPicPr>
            <p:cNvPr id="19" name="Picture 19" descr="Picture 19"/>
            <p:cNvPicPr>
              <a:picLocks noChangeAspect="1"/>
            </p:cNvPicPr>
            <p:nvPr/>
          </p:nvPicPr>
          <p:blipFill>
            <a:blip r:embed="rId3"/>
            <a:stretch>
              <a:fillRect/>
            </a:stretch>
          </p:blipFill>
          <p:spPr>
            <a:xfrm>
              <a:off x="9753135" y="3147609"/>
              <a:ext cx="2478025" cy="612649"/>
            </a:xfrm>
            <a:prstGeom prst="rect">
              <a:avLst/>
            </a:prstGeom>
            <a:ln w="12700" cap="flat">
              <a:noFill/>
              <a:miter lim="400000"/>
            </a:ln>
            <a:effectLst/>
          </p:spPr>
        </p:pic>
      </p:grpSp>
      <p:sp>
        <p:nvSpPr>
          <p:cNvPr id="21" name="Title Text"/>
          <p:cNvSpPr txBox="1">
            <a:spLocks noGrp="1"/>
          </p:cNvSpPr>
          <p:nvPr>
            <p:ph type="title"/>
          </p:nvPr>
        </p:nvSpPr>
        <p:spPr>
          <a:xfrm>
            <a:off x="2692398" y="1871130"/>
            <a:ext cx="6815670" cy="1515534"/>
          </a:xfrm>
          <a:prstGeom prst="rect">
            <a:avLst/>
          </a:prstGeom>
        </p:spPr>
        <p:txBody>
          <a:bodyPr anchor="b"/>
          <a:lstStyle>
            <a:lvl1pPr>
              <a:defRPr sz="5400"/>
            </a:lvl1pPr>
          </a:lstStyle>
          <a:p>
            <a:r>
              <a:t>Title Text</a:t>
            </a:r>
          </a:p>
        </p:txBody>
      </p:sp>
      <p:sp>
        <p:nvSpPr>
          <p:cNvPr id="22" name="Body Level One…"/>
          <p:cNvSpPr txBox="1">
            <a:spLocks noGrp="1"/>
          </p:cNvSpPr>
          <p:nvPr>
            <p:ph type="body" sz="quarter" idx="1"/>
          </p:nvPr>
        </p:nvSpPr>
        <p:spPr>
          <a:xfrm>
            <a:off x="2692398" y="3657596"/>
            <a:ext cx="6815670" cy="1320803"/>
          </a:xfrm>
          <a:prstGeom prst="rect">
            <a:avLst/>
          </a:prstGeom>
        </p:spPr>
        <p:txBody>
          <a:bodyPr/>
          <a:lstStyle>
            <a:lvl1pPr marL="0" indent="0" algn="ctr">
              <a:buClrTx/>
              <a:buSzTx/>
              <a:buFontTx/>
              <a:buNone/>
              <a:defRPr sz="2100">
                <a:solidFill>
                  <a:srgbClr val="000000"/>
                </a:solidFill>
              </a:defRPr>
            </a:lvl1pPr>
            <a:lvl2pPr marL="0" indent="457200" algn="ctr">
              <a:buClrTx/>
              <a:buSzTx/>
              <a:buFontTx/>
              <a:buNone/>
              <a:defRPr sz="2100">
                <a:solidFill>
                  <a:srgbClr val="000000"/>
                </a:solidFill>
              </a:defRPr>
            </a:lvl2pPr>
            <a:lvl3pPr marL="0" indent="914400" algn="ctr">
              <a:buClrTx/>
              <a:buSzTx/>
              <a:buFontTx/>
              <a:buNone/>
              <a:defRPr sz="2100">
                <a:solidFill>
                  <a:srgbClr val="000000"/>
                </a:solidFill>
              </a:defRPr>
            </a:lvl3pPr>
            <a:lvl4pPr marL="0" indent="1371600" algn="ctr">
              <a:buClrTx/>
              <a:buSzTx/>
              <a:buFontTx/>
              <a:buNone/>
              <a:defRPr sz="2100">
                <a:solidFill>
                  <a:srgbClr val="000000"/>
                </a:solidFill>
              </a:defRPr>
            </a:lvl4pPr>
            <a:lvl5pPr marL="0" indent="1828800" algn="ctr">
              <a:buClrTx/>
              <a:buSzTx/>
              <a:buFontTx/>
              <a:buNone/>
              <a:defRPr sz="21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3" name="Straight Connector 14"/>
          <p:cNvSpPr/>
          <p:nvPr/>
        </p:nvSpPr>
        <p:spPr>
          <a:xfrm>
            <a:off x="2692399" y="3522131"/>
            <a:ext cx="6815667" cy="1"/>
          </a:xfrm>
          <a:prstGeom prst="line">
            <a:avLst/>
          </a:prstGeom>
          <a:ln w="15875">
            <a:solidFill>
              <a:schemeClr val="accent1"/>
            </a:solidFill>
          </a:ln>
        </p:spPr>
        <p:txBody>
          <a:bodyPr lIns="45719" rIns="45719"/>
          <a:lstStyle/>
          <a:p>
            <a:endParaRPr/>
          </a:p>
        </p:txBody>
      </p:sp>
      <p:sp>
        <p:nvSpPr>
          <p:cNvPr id="24" name="Slide Number"/>
          <p:cNvSpPr txBox="1">
            <a:spLocks noGrp="1"/>
          </p:cNvSpPr>
          <p:nvPr>
            <p:ph type="sldNum" sz="quarter" idx="2"/>
          </p:nvPr>
        </p:nvSpPr>
        <p:spPr>
          <a:xfrm>
            <a:off x="9284864" y="5055443"/>
            <a:ext cx="223203" cy="24384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grpSp>
        <p:nvGrpSpPr>
          <p:cNvPr id="35" name="Group 6"/>
          <p:cNvGrpSpPr/>
          <p:nvPr/>
        </p:nvGrpSpPr>
        <p:grpSpPr>
          <a:xfrm>
            <a:off x="-15737" y="0"/>
            <a:ext cx="12229963" cy="6856215"/>
            <a:chOff x="0" y="0"/>
            <a:chExt cx="12229961" cy="6856214"/>
          </a:xfrm>
        </p:grpSpPr>
        <p:pic>
          <p:nvPicPr>
            <p:cNvPr id="31" name="Picture 7" descr="Picture 7"/>
            <p:cNvPicPr>
              <a:picLocks noChangeAspect="1"/>
            </p:cNvPicPr>
            <p:nvPr/>
          </p:nvPicPr>
          <p:blipFill>
            <a:blip r:embed="rId2"/>
            <a:stretch>
              <a:fillRect/>
            </a:stretch>
          </p:blipFill>
          <p:spPr>
            <a:xfrm>
              <a:off x="15736" y="0"/>
              <a:ext cx="12188826" cy="6856215"/>
            </a:xfrm>
            <a:prstGeom prst="rect">
              <a:avLst/>
            </a:prstGeom>
            <a:ln w="12700" cap="flat">
              <a:noFill/>
              <a:miter lim="400000"/>
            </a:ln>
            <a:effectLst/>
          </p:spPr>
        </p:pic>
        <p:sp>
          <p:nvSpPr>
            <p:cNvPr id="32"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endParaRPr/>
            </a:p>
          </p:txBody>
        </p:sp>
        <p:pic>
          <p:nvPicPr>
            <p:cNvPr id="33" name="Picture 9" descr="Picture 9"/>
            <p:cNvPicPr>
              <a:picLocks noChangeAspect="1"/>
            </p:cNvPicPr>
            <p:nvPr/>
          </p:nvPicPr>
          <p:blipFill>
            <a:blip r:embed="rId3"/>
            <a:stretch>
              <a:fillRect/>
            </a:stretch>
          </p:blipFill>
          <p:spPr>
            <a:xfrm>
              <a:off x="-1" y="3153832"/>
              <a:ext cx="777241" cy="606426"/>
            </a:xfrm>
            <a:prstGeom prst="rect">
              <a:avLst/>
            </a:prstGeom>
            <a:ln w="12700" cap="flat">
              <a:noFill/>
              <a:miter lim="400000"/>
            </a:ln>
            <a:effectLst/>
          </p:spPr>
        </p:pic>
        <p:pic>
          <p:nvPicPr>
            <p:cNvPr id="34" name="Picture 10" descr="Picture 10"/>
            <p:cNvPicPr>
              <a:picLocks noChangeAspect="1"/>
            </p:cNvPicPr>
            <p:nvPr/>
          </p:nvPicPr>
          <p:blipFill>
            <a:blip r:embed="rId3"/>
            <a:stretch>
              <a:fillRect/>
            </a:stretch>
          </p:blipFill>
          <p:spPr>
            <a:xfrm>
              <a:off x="11452721" y="3153832"/>
              <a:ext cx="777241" cy="606426"/>
            </a:xfrm>
            <a:prstGeom prst="rect">
              <a:avLst/>
            </a:prstGeom>
            <a:ln w="12700" cap="flat">
              <a:noFill/>
              <a:miter lim="400000"/>
            </a:ln>
            <a:effectLst/>
          </p:spPr>
        </p:pic>
      </p:grpSp>
      <p:sp>
        <p:nvSpPr>
          <p:cNvPr id="36" name="Straight Connector 6"/>
          <p:cNvSpPr/>
          <p:nvPr/>
        </p:nvSpPr>
        <p:spPr>
          <a:xfrm>
            <a:off x="1396169" y="2421465"/>
            <a:ext cx="9407299" cy="1"/>
          </a:xfrm>
          <a:prstGeom prst="line">
            <a:avLst/>
          </a:prstGeom>
          <a:ln w="15875">
            <a:solidFill>
              <a:schemeClr val="accent1"/>
            </a:solidFill>
          </a:ln>
        </p:spPr>
        <p:txBody>
          <a:bodyPr lIns="45719" rIns="45719"/>
          <a:lstStyle/>
          <a:p>
            <a:endParaRPr/>
          </a:p>
        </p:txBody>
      </p:sp>
      <p:sp>
        <p:nvSpPr>
          <p:cNvPr id="37" name="Title Text"/>
          <p:cNvSpPr txBox="1">
            <a:spLocks noGrp="1"/>
          </p:cNvSpPr>
          <p:nvPr>
            <p:ph type="title"/>
          </p:nvPr>
        </p:nvSpPr>
        <p:spPr>
          <a:xfrm>
            <a:off x="1295402" y="982132"/>
            <a:ext cx="9601197" cy="1303868"/>
          </a:xfrm>
          <a:prstGeom prst="rect">
            <a:avLst/>
          </a:prstGeom>
        </p:spPr>
        <p:txBody>
          <a:bodyPr/>
          <a:lstStyle/>
          <a:p>
            <a:r>
              <a:t>Title Text</a:t>
            </a:r>
          </a:p>
        </p:txBody>
      </p:sp>
      <p:sp>
        <p:nvSpPr>
          <p:cNvPr id="38" name="Body Level One…"/>
          <p:cNvSpPr txBox="1">
            <a:spLocks noGrp="1"/>
          </p:cNvSpPr>
          <p:nvPr>
            <p:ph type="body" sz="half" idx="1"/>
          </p:nvPr>
        </p:nvSpPr>
        <p:spPr>
          <a:xfrm>
            <a:off x="1295400" y="2556931"/>
            <a:ext cx="9601198" cy="33189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46" name="Title Text"/>
          <p:cNvSpPr txBox="1">
            <a:spLocks noGrp="1"/>
          </p:cNvSpPr>
          <p:nvPr>
            <p:ph type="title"/>
          </p:nvPr>
        </p:nvSpPr>
        <p:spPr>
          <a:xfrm>
            <a:off x="2015069" y="1752606"/>
            <a:ext cx="8158689" cy="1822514"/>
          </a:xfrm>
          <a:prstGeom prst="rect">
            <a:avLst/>
          </a:prstGeom>
        </p:spPr>
        <p:txBody>
          <a:bodyPr anchor="b"/>
          <a:lstStyle/>
          <a:p>
            <a:r>
              <a:t>Title Text</a:t>
            </a:r>
          </a:p>
        </p:txBody>
      </p:sp>
      <p:sp>
        <p:nvSpPr>
          <p:cNvPr id="47" name="Body Level One…"/>
          <p:cNvSpPr txBox="1">
            <a:spLocks noGrp="1"/>
          </p:cNvSpPr>
          <p:nvPr>
            <p:ph type="body" sz="quarter" idx="1"/>
          </p:nvPr>
        </p:nvSpPr>
        <p:spPr>
          <a:xfrm>
            <a:off x="2015066" y="3846050"/>
            <a:ext cx="8158692" cy="954548"/>
          </a:xfrm>
          <a:prstGeom prst="rect">
            <a:avLst/>
          </a:prstGeom>
        </p:spPr>
        <p:txBody>
          <a:bodyPr/>
          <a:lstStyle>
            <a:lvl1pPr marL="0" indent="0" algn="ctr">
              <a:buClrTx/>
              <a:buSzTx/>
              <a:buFontTx/>
              <a:buNone/>
              <a:defRPr>
                <a:solidFill>
                  <a:srgbClr val="000000"/>
                </a:solidFill>
              </a:defRPr>
            </a:lvl1pPr>
            <a:lvl2pPr marL="0" indent="457200" algn="ctr">
              <a:buClrTx/>
              <a:buSzTx/>
              <a:buFontTx/>
              <a:buNone/>
              <a:defRPr>
                <a:solidFill>
                  <a:srgbClr val="000000"/>
                </a:solidFill>
              </a:defRPr>
            </a:lvl2pPr>
            <a:lvl3pPr marL="0" indent="914400" algn="ctr">
              <a:buClrTx/>
              <a:buSzTx/>
              <a:buFontTx/>
              <a:buNone/>
              <a:defRPr>
                <a:solidFill>
                  <a:srgbClr val="000000"/>
                </a:solidFill>
              </a:defRPr>
            </a:lvl3pPr>
            <a:lvl4pPr marL="0" indent="1371600" algn="ctr">
              <a:buClrTx/>
              <a:buSzTx/>
              <a:buFontTx/>
              <a:buNone/>
              <a:defRPr>
                <a:solidFill>
                  <a:srgbClr val="000000"/>
                </a:solidFill>
              </a:defRPr>
            </a:lvl4pPr>
            <a:lvl5pPr marL="0" indent="1828800" algn="ctr">
              <a:buClrTx/>
              <a:buSzTx/>
              <a:buFontTx/>
              <a:buNone/>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8" name="Straight Connector 15"/>
          <p:cNvSpPr/>
          <p:nvPr/>
        </p:nvSpPr>
        <p:spPr>
          <a:xfrm>
            <a:off x="2012723" y="3710585"/>
            <a:ext cx="8163381" cy="1"/>
          </a:xfrm>
          <a:prstGeom prst="line">
            <a:avLst/>
          </a:prstGeom>
          <a:ln w="15875">
            <a:solidFill>
              <a:schemeClr val="accent1"/>
            </a:solidFill>
          </a:ln>
        </p:spPr>
        <p:txBody>
          <a:bodyPr lIns="45719" rIns="45719"/>
          <a:lstStyle/>
          <a:p>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56" name="Straight Connector 7"/>
          <p:cNvSpPr/>
          <p:nvPr/>
        </p:nvSpPr>
        <p:spPr>
          <a:xfrm>
            <a:off x="1396169" y="2421465"/>
            <a:ext cx="9407299" cy="1"/>
          </a:xfrm>
          <a:prstGeom prst="line">
            <a:avLst/>
          </a:prstGeom>
          <a:ln w="15875">
            <a:solidFill>
              <a:schemeClr val="accent1"/>
            </a:solidFill>
          </a:ln>
        </p:spPr>
        <p:txBody>
          <a:bodyPr lIns="45719" rIns="45719"/>
          <a:lstStyle/>
          <a:p>
            <a:endParaRPr/>
          </a:p>
        </p:txBody>
      </p:sp>
      <p:sp>
        <p:nvSpPr>
          <p:cNvPr id="57" name="Title Text"/>
          <p:cNvSpPr txBox="1">
            <a:spLocks noGrp="1"/>
          </p:cNvSpPr>
          <p:nvPr>
            <p:ph type="title"/>
          </p:nvPr>
        </p:nvSpPr>
        <p:spPr>
          <a:xfrm>
            <a:off x="1295402" y="982132"/>
            <a:ext cx="9601197" cy="1303868"/>
          </a:xfrm>
          <a:prstGeom prst="rect">
            <a:avLst/>
          </a:prstGeom>
        </p:spPr>
        <p:txBody>
          <a:bodyPr/>
          <a:lstStyle/>
          <a:p>
            <a:r>
              <a:t>Title Text</a:t>
            </a:r>
          </a:p>
        </p:txBody>
      </p:sp>
      <p:sp>
        <p:nvSpPr>
          <p:cNvPr id="58" name="Body Level One…"/>
          <p:cNvSpPr txBox="1">
            <a:spLocks noGrp="1"/>
          </p:cNvSpPr>
          <p:nvPr>
            <p:ph type="body" sz="quarter" idx="1"/>
          </p:nvPr>
        </p:nvSpPr>
        <p:spPr>
          <a:xfrm>
            <a:off x="1298447" y="2560320"/>
            <a:ext cx="4718305" cy="3310129"/>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66" name="Title Text"/>
          <p:cNvSpPr txBox="1">
            <a:spLocks noGrp="1"/>
          </p:cNvSpPr>
          <p:nvPr>
            <p:ph type="title"/>
          </p:nvPr>
        </p:nvSpPr>
        <p:spPr>
          <a:xfrm>
            <a:off x="1295402" y="982132"/>
            <a:ext cx="9601197" cy="1303868"/>
          </a:xfrm>
          <a:prstGeom prst="rect">
            <a:avLst/>
          </a:prstGeom>
        </p:spPr>
        <p:txBody>
          <a:bodyPr/>
          <a:lstStyle/>
          <a:p>
            <a:r>
              <a:t>Title Text</a:t>
            </a:r>
          </a:p>
        </p:txBody>
      </p:sp>
      <p:sp>
        <p:nvSpPr>
          <p:cNvPr id="67" name="Body Level One…"/>
          <p:cNvSpPr txBox="1">
            <a:spLocks noGrp="1"/>
          </p:cNvSpPr>
          <p:nvPr>
            <p:ph type="body" sz="quarter" idx="1"/>
          </p:nvPr>
        </p:nvSpPr>
        <p:spPr>
          <a:xfrm>
            <a:off x="1295400" y="2658533"/>
            <a:ext cx="4718304" cy="576263"/>
          </a:xfrm>
          <a:prstGeom prst="rect">
            <a:avLst/>
          </a:prstGeom>
        </p:spPr>
        <p:txBody>
          <a:bodyPr anchor="b"/>
          <a:lstStyle>
            <a:lvl1pPr marL="0" indent="0">
              <a:buClrTx/>
              <a:buSzTx/>
              <a:buFontTx/>
              <a:buNone/>
              <a:defRPr sz="2800">
                <a:solidFill>
                  <a:schemeClr val="accent1"/>
                </a:solidFill>
              </a:defRPr>
            </a:lvl1pPr>
            <a:lvl2pPr marL="0" indent="457200">
              <a:buClrTx/>
              <a:buSzTx/>
              <a:buFontTx/>
              <a:buNone/>
              <a:defRPr sz="2800">
                <a:solidFill>
                  <a:schemeClr val="accent1"/>
                </a:solidFill>
              </a:defRPr>
            </a:lvl2pPr>
            <a:lvl3pPr marL="0" indent="914400">
              <a:buClrTx/>
              <a:buSzTx/>
              <a:buFontTx/>
              <a:buNone/>
              <a:defRPr sz="2800">
                <a:solidFill>
                  <a:schemeClr val="accent1"/>
                </a:solidFill>
              </a:defRPr>
            </a:lvl3pPr>
            <a:lvl4pPr marL="0" indent="1371600">
              <a:buClrTx/>
              <a:buSzTx/>
              <a:buFontTx/>
              <a:buNone/>
              <a:defRPr sz="2800">
                <a:solidFill>
                  <a:schemeClr val="accent1"/>
                </a:solidFill>
              </a:defRPr>
            </a:lvl4pPr>
            <a:lvl5pPr marL="0" indent="1828800">
              <a:buClrTx/>
              <a:buSzTx/>
              <a:buFontTx/>
              <a:buNone/>
              <a:defRPr sz="28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68" name="Text Placeholder 4"/>
          <p:cNvSpPr>
            <a:spLocks noGrp="1"/>
          </p:cNvSpPr>
          <p:nvPr>
            <p:ph type="body" sz="quarter" idx="21"/>
          </p:nvPr>
        </p:nvSpPr>
        <p:spPr>
          <a:xfrm>
            <a:off x="6180670" y="2658533"/>
            <a:ext cx="4718305" cy="576263"/>
          </a:xfrm>
          <a:prstGeom prst="rect">
            <a:avLst/>
          </a:prstGeom>
        </p:spPr>
        <p:txBody>
          <a:bodyPr anchor="b"/>
          <a:lstStyle/>
          <a:p>
            <a:pPr marL="0" indent="0">
              <a:buClrTx/>
              <a:buSzTx/>
              <a:buFontTx/>
              <a:buNone/>
              <a:defRPr sz="2800">
                <a:solidFill>
                  <a:schemeClr val="accent1"/>
                </a:solidFill>
              </a:defRPr>
            </a:pPr>
            <a:endParaRPr/>
          </a:p>
        </p:txBody>
      </p:sp>
      <p:sp>
        <p:nvSpPr>
          <p:cNvPr id="69" name="Straight Connector 17"/>
          <p:cNvSpPr/>
          <p:nvPr/>
        </p:nvSpPr>
        <p:spPr>
          <a:xfrm>
            <a:off x="1396169" y="2421465"/>
            <a:ext cx="9407299" cy="1"/>
          </a:xfrm>
          <a:prstGeom prst="line">
            <a:avLst/>
          </a:prstGeom>
          <a:ln w="15875">
            <a:solidFill>
              <a:schemeClr val="accent1"/>
            </a:solidFill>
          </a:ln>
        </p:spPr>
        <p:txBody>
          <a:bodyPr lIns="45719" rIns="45719"/>
          <a:lstStyle/>
          <a:p>
            <a:endParaRP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7" name="Title Text"/>
          <p:cNvSpPr txBox="1">
            <a:spLocks noGrp="1"/>
          </p:cNvSpPr>
          <p:nvPr>
            <p:ph type="title"/>
          </p:nvPr>
        </p:nvSpPr>
        <p:spPr>
          <a:xfrm>
            <a:off x="1295402" y="982132"/>
            <a:ext cx="9601197" cy="1303868"/>
          </a:xfrm>
          <a:prstGeom prst="rect">
            <a:avLst/>
          </a:prstGeom>
        </p:spPr>
        <p:txBody>
          <a:bodyPr/>
          <a:lstStyle/>
          <a:p>
            <a:r>
              <a:t>Title Text</a:t>
            </a:r>
          </a:p>
        </p:txBody>
      </p:sp>
      <p:sp>
        <p:nvSpPr>
          <p:cNvPr id="78" name="Straight Connector 13"/>
          <p:cNvSpPr/>
          <p:nvPr/>
        </p:nvSpPr>
        <p:spPr>
          <a:xfrm>
            <a:off x="1396169" y="2421465"/>
            <a:ext cx="9407299" cy="1"/>
          </a:xfrm>
          <a:prstGeom prst="line">
            <a:avLst/>
          </a:prstGeom>
          <a:ln w="15875">
            <a:solidFill>
              <a:schemeClr val="accent1"/>
            </a:solidFill>
          </a:ln>
        </p:spPr>
        <p:txBody>
          <a:bodyPr lIns="45719" rIns="45719"/>
          <a:lstStyle/>
          <a:p>
            <a:endParaRPr/>
          </a:p>
        </p:txBody>
      </p:sp>
      <p:sp>
        <p:nvSpPr>
          <p:cNvPr id="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93" name="Title Text"/>
          <p:cNvSpPr txBox="1">
            <a:spLocks noGrp="1"/>
          </p:cNvSpPr>
          <p:nvPr>
            <p:ph type="title"/>
          </p:nvPr>
        </p:nvSpPr>
        <p:spPr>
          <a:xfrm>
            <a:off x="1293811" y="1388534"/>
            <a:ext cx="3718455" cy="1371601"/>
          </a:xfrm>
          <a:prstGeom prst="rect">
            <a:avLst/>
          </a:prstGeom>
        </p:spPr>
        <p:txBody>
          <a:bodyPr anchor="b"/>
          <a:lstStyle>
            <a:lvl1pPr>
              <a:defRPr sz="2400"/>
            </a:lvl1pPr>
          </a:lstStyle>
          <a:p>
            <a:r>
              <a:t>Title Text</a:t>
            </a:r>
          </a:p>
        </p:txBody>
      </p:sp>
      <p:sp>
        <p:nvSpPr>
          <p:cNvPr id="94" name="Body Level One…"/>
          <p:cNvSpPr txBox="1">
            <a:spLocks noGrp="1"/>
          </p:cNvSpPr>
          <p:nvPr>
            <p:ph type="body" sz="half" idx="1"/>
          </p:nvPr>
        </p:nvSpPr>
        <p:spPr>
          <a:xfrm>
            <a:off x="5418668" y="982131"/>
            <a:ext cx="5469467" cy="4893736"/>
          </a:xfrm>
          <a:prstGeom prst="rect">
            <a:avLst/>
          </a:prstGeom>
        </p:spPr>
        <p:txBody>
          <a:bodyPr anchor="ctr"/>
          <a:lstStyle/>
          <a:p>
            <a:r>
              <a:t>Body Level One</a:t>
            </a:r>
          </a:p>
          <a:p>
            <a:pPr lvl="1"/>
            <a:r>
              <a:t>Body Level Two</a:t>
            </a:r>
          </a:p>
          <a:p>
            <a:pPr lvl="2"/>
            <a:r>
              <a:t>Body Level Three</a:t>
            </a:r>
          </a:p>
          <a:p>
            <a:pPr lvl="3"/>
            <a:r>
              <a:t>Body Level Four</a:t>
            </a:r>
          </a:p>
          <a:p>
            <a:pPr lvl="4"/>
            <a:r>
              <a:t>Body Level Five</a:t>
            </a:r>
          </a:p>
        </p:txBody>
      </p:sp>
      <p:sp>
        <p:nvSpPr>
          <p:cNvPr id="95" name="Text Placeholder 3"/>
          <p:cNvSpPr>
            <a:spLocks noGrp="1"/>
          </p:cNvSpPr>
          <p:nvPr>
            <p:ph type="body" sz="quarter" idx="21"/>
          </p:nvPr>
        </p:nvSpPr>
        <p:spPr>
          <a:xfrm>
            <a:off x="1293811" y="3031064"/>
            <a:ext cx="3718455" cy="2438406"/>
          </a:xfrm>
          <a:prstGeom prst="rect">
            <a:avLst/>
          </a:prstGeom>
        </p:spPr>
        <p:txBody>
          <a:bodyPr/>
          <a:lstStyle/>
          <a:p>
            <a:pPr marL="0" indent="0" algn="ctr">
              <a:buClrTx/>
              <a:buSzTx/>
              <a:buFontTx/>
              <a:buNone/>
              <a:defRPr sz="1600"/>
            </a:pPr>
            <a:endParaRPr/>
          </a:p>
        </p:txBody>
      </p:sp>
      <p:sp>
        <p:nvSpPr>
          <p:cNvPr id="96" name="Straight Connector 15"/>
          <p:cNvSpPr/>
          <p:nvPr/>
        </p:nvSpPr>
        <p:spPr>
          <a:xfrm>
            <a:off x="1396169" y="2912533"/>
            <a:ext cx="3514499" cy="1"/>
          </a:xfrm>
          <a:prstGeom prst="line">
            <a:avLst/>
          </a:prstGeom>
          <a:ln w="15875">
            <a:solidFill>
              <a:schemeClr val="accent1"/>
            </a:solidFill>
          </a:ln>
        </p:spPr>
        <p:txBody>
          <a:bodyPr lIns="45719" rIns="45719"/>
          <a:lstStyle/>
          <a:p>
            <a:endParaRP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104" name="Title Text"/>
          <p:cNvSpPr txBox="1">
            <a:spLocks noGrp="1"/>
          </p:cNvSpPr>
          <p:nvPr>
            <p:ph type="title"/>
          </p:nvPr>
        </p:nvSpPr>
        <p:spPr>
          <a:xfrm>
            <a:off x="1295399" y="1883831"/>
            <a:ext cx="6241816" cy="1371601"/>
          </a:xfrm>
          <a:prstGeom prst="rect">
            <a:avLst/>
          </a:prstGeom>
        </p:spPr>
        <p:txBody>
          <a:bodyPr anchor="b"/>
          <a:lstStyle>
            <a:lvl1pPr>
              <a:defRPr sz="2800"/>
            </a:lvl1pPr>
          </a:lstStyle>
          <a:p>
            <a:r>
              <a:t>Title Text</a:t>
            </a:r>
          </a:p>
        </p:txBody>
      </p:sp>
      <p:sp>
        <p:nvSpPr>
          <p:cNvPr id="105" name="Picture Placeholder 2"/>
          <p:cNvSpPr>
            <a:spLocks noGrp="1"/>
          </p:cNvSpPr>
          <p:nvPr>
            <p:ph type="pic" sz="quarter" idx="21"/>
          </p:nvPr>
        </p:nvSpPr>
        <p:spPr>
          <a:xfrm>
            <a:off x="8094830" y="1041400"/>
            <a:ext cx="3063348" cy="4775200"/>
          </a:xfrm>
          <a:prstGeom prst="rect">
            <a:avLst/>
          </a:prstGeom>
          <a:ln w="57150">
            <a:solidFill>
              <a:srgbClr val="808080"/>
            </a:solidFill>
            <a:miter lim="800000"/>
          </a:ln>
        </p:spPr>
        <p:txBody>
          <a:bodyPr lIns="91439" rIns="91439">
            <a:noAutofit/>
          </a:bodyPr>
          <a:lstStyle/>
          <a:p>
            <a:endParaRPr/>
          </a:p>
        </p:txBody>
      </p:sp>
      <p:sp>
        <p:nvSpPr>
          <p:cNvPr id="106" name="Body Level One…"/>
          <p:cNvSpPr txBox="1">
            <a:spLocks noGrp="1"/>
          </p:cNvSpPr>
          <p:nvPr>
            <p:ph type="body" sz="quarter" idx="1"/>
          </p:nvPr>
        </p:nvSpPr>
        <p:spPr>
          <a:xfrm>
            <a:off x="1295399" y="3255431"/>
            <a:ext cx="6241816" cy="1828801"/>
          </a:xfrm>
          <a:prstGeom prst="rect">
            <a:avLst/>
          </a:prstGeom>
        </p:spPr>
        <p:txBody>
          <a:bodyPr/>
          <a:lstStyle>
            <a:lvl1pPr marL="0" indent="0" algn="ctr">
              <a:buClrTx/>
              <a:buSzTx/>
              <a:buFontTx/>
              <a:buNone/>
              <a:defRPr sz="1800"/>
            </a:lvl1pPr>
            <a:lvl2pPr marL="0" indent="457200" algn="ctr">
              <a:buClrTx/>
              <a:buSzTx/>
              <a:buFontTx/>
              <a:buNone/>
              <a:defRPr sz="1800"/>
            </a:lvl2pPr>
            <a:lvl3pPr marL="0" indent="914400" algn="ctr">
              <a:buClrTx/>
              <a:buSzTx/>
              <a:buFontTx/>
              <a:buNone/>
              <a:defRPr sz="1800"/>
            </a:lvl3pPr>
            <a:lvl4pPr marL="0" indent="1371600" algn="ctr">
              <a:buClrTx/>
              <a:buSzTx/>
              <a:buFontTx/>
              <a:buNone/>
              <a:defRPr sz="1800"/>
            </a:lvl4pPr>
            <a:lvl5pPr marL="0" indent="1828800" algn="ctr">
              <a:buClrTx/>
              <a:buSzTx/>
              <a:buFontTx/>
              <a:buNone/>
              <a:defRPr sz="1800"/>
            </a:lvl5pPr>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anoramic Picture with Caption">
    <p:spTree>
      <p:nvGrpSpPr>
        <p:cNvPr id="1" name=""/>
        <p:cNvGrpSpPr/>
        <p:nvPr/>
      </p:nvGrpSpPr>
      <p:grpSpPr>
        <a:xfrm>
          <a:off x="0" y="0"/>
          <a:ext cx="0" cy="0"/>
          <a:chOff x="0" y="0"/>
          <a:chExt cx="0" cy="0"/>
        </a:xfrm>
      </p:grpSpPr>
      <p:sp>
        <p:nvSpPr>
          <p:cNvPr id="114" name="Title Text"/>
          <p:cNvSpPr txBox="1">
            <a:spLocks noGrp="1"/>
          </p:cNvSpPr>
          <p:nvPr>
            <p:ph type="title"/>
          </p:nvPr>
        </p:nvSpPr>
        <p:spPr>
          <a:xfrm>
            <a:off x="1295400" y="4815414"/>
            <a:ext cx="9609668" cy="566739"/>
          </a:xfrm>
          <a:prstGeom prst="rect">
            <a:avLst/>
          </a:prstGeom>
        </p:spPr>
        <p:txBody>
          <a:bodyPr anchor="b"/>
          <a:lstStyle>
            <a:lvl1pPr>
              <a:defRPr sz="2400"/>
            </a:lvl1pPr>
          </a:lstStyle>
          <a:p>
            <a:r>
              <a:t>Title Text</a:t>
            </a:r>
          </a:p>
        </p:txBody>
      </p:sp>
      <p:sp>
        <p:nvSpPr>
          <p:cNvPr id="115" name="Picture Placeholder 2"/>
          <p:cNvSpPr>
            <a:spLocks noGrp="1"/>
          </p:cNvSpPr>
          <p:nvPr>
            <p:ph type="pic" idx="21"/>
          </p:nvPr>
        </p:nvSpPr>
        <p:spPr>
          <a:xfrm>
            <a:off x="1041426" y="1041399"/>
            <a:ext cx="10105974" cy="3335869"/>
          </a:xfrm>
          <a:prstGeom prst="rect">
            <a:avLst/>
          </a:prstGeom>
          <a:ln w="57150">
            <a:solidFill>
              <a:srgbClr val="808080"/>
            </a:solidFill>
            <a:miter lim="800000"/>
          </a:ln>
        </p:spPr>
        <p:txBody>
          <a:bodyPr lIns="91439" rIns="91439">
            <a:noAutofit/>
          </a:bodyPr>
          <a:lstStyle/>
          <a:p>
            <a:endParaRPr/>
          </a:p>
        </p:txBody>
      </p:sp>
      <p:sp>
        <p:nvSpPr>
          <p:cNvPr id="116" name="Body Level One…"/>
          <p:cNvSpPr txBox="1">
            <a:spLocks noGrp="1"/>
          </p:cNvSpPr>
          <p:nvPr>
            <p:ph type="body" sz="quarter" idx="1"/>
          </p:nvPr>
        </p:nvSpPr>
        <p:spPr>
          <a:xfrm>
            <a:off x="1295400" y="5382152"/>
            <a:ext cx="9609668" cy="493713"/>
          </a:xfrm>
          <a:prstGeom prst="rect">
            <a:avLst/>
          </a:prstGeom>
        </p:spPr>
        <p:txBody>
          <a:bodyPr/>
          <a:lstStyle>
            <a:lvl1pPr marL="0" indent="0" algn="ctr">
              <a:buClrTx/>
              <a:buSzTx/>
              <a:buFontTx/>
              <a:buNone/>
              <a:defRPr sz="1400"/>
            </a:lvl1pPr>
            <a:lvl2pPr marL="0" indent="457200" algn="ctr">
              <a:buClrTx/>
              <a:buSzTx/>
              <a:buFontTx/>
              <a:buNone/>
              <a:defRPr sz="1400"/>
            </a:lvl2pPr>
            <a:lvl3pPr marL="0" indent="914400" algn="ctr">
              <a:buClrTx/>
              <a:buSzTx/>
              <a:buFontTx/>
              <a:buNone/>
              <a:defRPr sz="1400"/>
            </a:lvl3pPr>
            <a:lvl4pPr marL="0" indent="1371600" algn="ctr">
              <a:buClrTx/>
              <a:buSzTx/>
              <a:buFontTx/>
              <a:buNone/>
              <a:defRPr sz="1400"/>
            </a:lvl4pPr>
            <a:lvl5pPr marL="0" indent="1828800" algn="ctr">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nd Caption">
    <p:spTree>
      <p:nvGrpSpPr>
        <p:cNvPr id="1" name=""/>
        <p:cNvGrpSpPr/>
        <p:nvPr/>
      </p:nvGrpSpPr>
      <p:grpSpPr>
        <a:xfrm>
          <a:off x="0" y="0"/>
          <a:ext cx="0" cy="0"/>
          <a:chOff x="0" y="0"/>
          <a:chExt cx="0" cy="0"/>
        </a:xfrm>
      </p:grpSpPr>
      <p:sp>
        <p:nvSpPr>
          <p:cNvPr id="124" name="Title Text"/>
          <p:cNvSpPr txBox="1">
            <a:spLocks noGrp="1"/>
          </p:cNvSpPr>
          <p:nvPr>
            <p:ph type="title"/>
          </p:nvPr>
        </p:nvSpPr>
        <p:spPr>
          <a:xfrm>
            <a:off x="1303867" y="982132"/>
            <a:ext cx="9592734" cy="2954869"/>
          </a:xfrm>
          <a:prstGeom prst="rect">
            <a:avLst/>
          </a:prstGeom>
        </p:spPr>
        <p:txBody>
          <a:bodyPr/>
          <a:lstStyle>
            <a:lvl1pPr>
              <a:defRPr sz="3200"/>
            </a:lvl1pPr>
          </a:lstStyle>
          <a:p>
            <a:r>
              <a:t>Title Text</a:t>
            </a:r>
          </a:p>
        </p:txBody>
      </p:sp>
      <p:sp>
        <p:nvSpPr>
          <p:cNvPr id="125" name="Body Level One…"/>
          <p:cNvSpPr txBox="1">
            <a:spLocks noGrp="1"/>
          </p:cNvSpPr>
          <p:nvPr>
            <p:ph type="body" sz="quarter" idx="1"/>
          </p:nvPr>
        </p:nvSpPr>
        <p:spPr>
          <a:xfrm>
            <a:off x="1303867" y="4343398"/>
            <a:ext cx="9592734" cy="1532468"/>
          </a:xfrm>
          <a:prstGeom prst="rect">
            <a:avLst/>
          </a:prstGeom>
        </p:spPr>
        <p:txBody>
          <a:bodyPr anchor="ctr"/>
          <a:lstStyle>
            <a:lvl1pPr marL="0" indent="0" algn="ctr">
              <a:buClrTx/>
              <a:buSzTx/>
              <a:buFontTx/>
              <a:buNone/>
              <a:defRPr sz="2000">
                <a:solidFill>
                  <a:srgbClr val="000000"/>
                </a:solidFill>
              </a:defRPr>
            </a:lvl1pPr>
            <a:lvl2pPr marL="0" indent="457200" algn="ctr">
              <a:buClrTx/>
              <a:buSzTx/>
              <a:buFontTx/>
              <a:buNone/>
              <a:defRPr sz="2000">
                <a:solidFill>
                  <a:srgbClr val="000000"/>
                </a:solidFill>
              </a:defRPr>
            </a:lvl2pPr>
            <a:lvl3pPr marL="0" indent="914400" algn="ctr">
              <a:buClrTx/>
              <a:buSzTx/>
              <a:buFontTx/>
              <a:buNone/>
              <a:defRPr sz="2000">
                <a:solidFill>
                  <a:srgbClr val="000000"/>
                </a:solidFill>
              </a:defRPr>
            </a:lvl3pPr>
            <a:lvl4pPr marL="0" indent="1371600" algn="ctr">
              <a:buClrTx/>
              <a:buSzTx/>
              <a:buFontTx/>
              <a:buNone/>
              <a:defRPr sz="2000">
                <a:solidFill>
                  <a:srgbClr val="000000"/>
                </a:solidFill>
              </a:defRPr>
            </a:lvl4pPr>
            <a:lvl5pPr marL="0" indent="1828800" algn="ctr">
              <a:buClrTx/>
              <a:buSzTx/>
              <a:buFontTx/>
              <a:buNone/>
              <a:defRPr sz="2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26" name="Straight Connector 14"/>
          <p:cNvSpPr/>
          <p:nvPr/>
        </p:nvSpPr>
        <p:spPr>
          <a:xfrm>
            <a:off x="1396169" y="4140198"/>
            <a:ext cx="9407299" cy="1"/>
          </a:xfrm>
          <a:prstGeom prst="line">
            <a:avLst/>
          </a:prstGeom>
          <a:ln w="15875">
            <a:solidFill>
              <a:schemeClr val="accent1"/>
            </a:solidFill>
          </a:ln>
        </p:spPr>
        <p:txBody>
          <a:bodyPr lIns="45719" rIns="45719"/>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with Caption">
    <p:spTree>
      <p:nvGrpSpPr>
        <p:cNvPr id="1" name=""/>
        <p:cNvGrpSpPr/>
        <p:nvPr/>
      </p:nvGrpSpPr>
      <p:grpSpPr>
        <a:xfrm>
          <a:off x="0" y="0"/>
          <a:ext cx="0" cy="0"/>
          <a:chOff x="0" y="0"/>
          <a:chExt cx="0" cy="0"/>
        </a:xfrm>
      </p:grpSpPr>
      <p:sp>
        <p:nvSpPr>
          <p:cNvPr id="134" name="Title Text"/>
          <p:cNvSpPr txBox="1">
            <a:spLocks noGrp="1"/>
          </p:cNvSpPr>
          <p:nvPr>
            <p:ph type="title"/>
          </p:nvPr>
        </p:nvSpPr>
        <p:spPr>
          <a:xfrm>
            <a:off x="1446212" y="982132"/>
            <a:ext cx="9296399" cy="2370669"/>
          </a:xfrm>
          <a:prstGeom prst="rect">
            <a:avLst/>
          </a:prstGeom>
        </p:spPr>
        <p:txBody>
          <a:bodyPr/>
          <a:lstStyle>
            <a:lvl1pPr>
              <a:defRPr sz="3200">
                <a:solidFill>
                  <a:srgbClr val="000000"/>
                </a:solidFill>
              </a:defRPr>
            </a:lvl1pPr>
          </a:lstStyle>
          <a:p>
            <a:r>
              <a:t>Title Text</a:t>
            </a:r>
          </a:p>
        </p:txBody>
      </p:sp>
      <p:sp>
        <p:nvSpPr>
          <p:cNvPr id="135" name="Body Level One…"/>
          <p:cNvSpPr txBox="1">
            <a:spLocks noGrp="1"/>
          </p:cNvSpPr>
          <p:nvPr>
            <p:ph type="body" sz="quarter" idx="1"/>
          </p:nvPr>
        </p:nvSpPr>
        <p:spPr>
          <a:xfrm>
            <a:off x="1674811" y="3352800"/>
            <a:ext cx="8839204" cy="584200"/>
          </a:xfrm>
          <a:prstGeom prst="rect">
            <a:avLst/>
          </a:prstGeom>
        </p:spPr>
        <p:txBody>
          <a:bodyPr anchor="ctr"/>
          <a:lstStyle>
            <a:lvl1pPr marL="0" indent="0" algn="r">
              <a:buClrTx/>
              <a:buSzTx/>
              <a:buFontTx/>
              <a:buNone/>
              <a:defRPr sz="2000"/>
            </a:lvl1pPr>
            <a:lvl2pPr marL="0" indent="457200" algn="r">
              <a:buClrTx/>
              <a:buSzTx/>
              <a:buFontTx/>
              <a:buNone/>
              <a:defRPr sz="2000"/>
            </a:lvl2pPr>
            <a:lvl3pPr marL="0" indent="914400" algn="r">
              <a:buClrTx/>
              <a:buSzTx/>
              <a:buFontTx/>
              <a:buNone/>
              <a:defRPr sz="2000"/>
            </a:lvl3pPr>
            <a:lvl4pPr marL="0" indent="1371600" algn="r">
              <a:buClrTx/>
              <a:buSzTx/>
              <a:buFontTx/>
              <a:buNone/>
              <a:defRPr sz="2000"/>
            </a:lvl4pPr>
            <a:lvl5pPr marL="0" indent="1828800" algn="r">
              <a:buClrTx/>
              <a:buSzTx/>
              <a:buFontTx/>
              <a:buNone/>
              <a:defRPr sz="2000"/>
            </a:lvl5pPr>
          </a:lstStyle>
          <a:p>
            <a:r>
              <a:t>Body Level One</a:t>
            </a:r>
          </a:p>
          <a:p>
            <a:pPr lvl="1"/>
            <a:r>
              <a:t>Body Level Two</a:t>
            </a:r>
          </a:p>
          <a:p>
            <a:pPr lvl="2"/>
            <a:r>
              <a:t>Body Level Three</a:t>
            </a:r>
          </a:p>
          <a:p>
            <a:pPr lvl="3"/>
            <a:r>
              <a:t>Body Level Four</a:t>
            </a:r>
          </a:p>
          <a:p>
            <a:pPr lvl="4"/>
            <a:r>
              <a:t>Body Level Five</a:t>
            </a:r>
          </a:p>
        </p:txBody>
      </p:sp>
      <p:sp>
        <p:nvSpPr>
          <p:cNvPr id="136" name="Text Placeholder 2"/>
          <p:cNvSpPr>
            <a:spLocks noGrp="1"/>
          </p:cNvSpPr>
          <p:nvPr>
            <p:ph type="body" sz="quarter" idx="21"/>
          </p:nvPr>
        </p:nvSpPr>
        <p:spPr>
          <a:xfrm>
            <a:off x="1295400" y="4343398"/>
            <a:ext cx="9609668" cy="1532468"/>
          </a:xfrm>
          <a:prstGeom prst="rect">
            <a:avLst/>
          </a:prstGeom>
        </p:spPr>
        <p:txBody>
          <a:bodyPr anchor="ctr"/>
          <a:lstStyle/>
          <a:p>
            <a:pPr marL="0" indent="0" algn="ctr">
              <a:buClrTx/>
              <a:buSzTx/>
              <a:buFontTx/>
              <a:buNone/>
              <a:defRPr sz="2000">
                <a:solidFill>
                  <a:srgbClr val="000000"/>
                </a:solidFill>
              </a:defRPr>
            </a:pPr>
            <a:endParaRPr/>
          </a:p>
        </p:txBody>
      </p:sp>
      <p:sp>
        <p:nvSpPr>
          <p:cNvPr id="137" name="TextBox 13"/>
          <p:cNvSpPr txBox="1"/>
          <p:nvPr/>
        </p:nvSpPr>
        <p:spPr>
          <a:xfrm>
            <a:off x="907732" y="555129"/>
            <a:ext cx="518161" cy="1234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0"/>
            </a:lvl1pPr>
          </a:lstStyle>
          <a:p>
            <a:r>
              <a:t>“</a:t>
            </a:r>
          </a:p>
        </p:txBody>
      </p:sp>
      <p:sp>
        <p:nvSpPr>
          <p:cNvPr id="138" name="TextBox 14"/>
          <p:cNvSpPr txBox="1"/>
          <p:nvPr/>
        </p:nvSpPr>
        <p:spPr>
          <a:xfrm>
            <a:off x="10645986" y="2503038"/>
            <a:ext cx="518161" cy="1234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r">
              <a:defRPr sz="8000"/>
            </a:lvl1pPr>
          </a:lstStyle>
          <a:p>
            <a:r>
              <a:t>”</a:t>
            </a:r>
          </a:p>
        </p:txBody>
      </p:sp>
      <p:sp>
        <p:nvSpPr>
          <p:cNvPr id="139" name="Straight Connector 18"/>
          <p:cNvSpPr/>
          <p:nvPr/>
        </p:nvSpPr>
        <p:spPr>
          <a:xfrm>
            <a:off x="1396169" y="4140198"/>
            <a:ext cx="9407299" cy="1"/>
          </a:xfrm>
          <a:prstGeom prst="line">
            <a:avLst/>
          </a:prstGeom>
          <a:ln w="15875">
            <a:solidFill>
              <a:schemeClr val="accent1"/>
            </a:solidFill>
          </a:ln>
        </p:spPr>
        <p:txBody>
          <a:bodyPr lIns="45719" rIns="45719"/>
          <a:lstStyle/>
          <a:p>
            <a:endParaRPr/>
          </a:p>
        </p:txBody>
      </p:sp>
      <p:sp>
        <p:nvSpPr>
          <p:cNvPr id="1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Name Card">
    <p:spTree>
      <p:nvGrpSpPr>
        <p:cNvPr id="1" name=""/>
        <p:cNvGrpSpPr/>
        <p:nvPr/>
      </p:nvGrpSpPr>
      <p:grpSpPr>
        <a:xfrm>
          <a:off x="0" y="0"/>
          <a:ext cx="0" cy="0"/>
          <a:chOff x="0" y="0"/>
          <a:chExt cx="0" cy="0"/>
        </a:xfrm>
      </p:grpSpPr>
      <p:sp>
        <p:nvSpPr>
          <p:cNvPr id="147" name="Title Text"/>
          <p:cNvSpPr txBox="1">
            <a:spLocks noGrp="1"/>
          </p:cNvSpPr>
          <p:nvPr>
            <p:ph type="title"/>
          </p:nvPr>
        </p:nvSpPr>
        <p:spPr>
          <a:xfrm>
            <a:off x="1295402" y="3308580"/>
            <a:ext cx="9609668" cy="1468801"/>
          </a:xfrm>
          <a:prstGeom prst="rect">
            <a:avLst/>
          </a:prstGeom>
        </p:spPr>
        <p:txBody>
          <a:bodyPr anchor="b"/>
          <a:lstStyle>
            <a:lvl1pPr algn="l">
              <a:defRPr sz="3200"/>
            </a:lvl1pPr>
          </a:lstStyle>
          <a:p>
            <a:r>
              <a:t>Title Text</a:t>
            </a:r>
          </a:p>
        </p:txBody>
      </p:sp>
      <p:sp>
        <p:nvSpPr>
          <p:cNvPr id="148" name="Body Level One…"/>
          <p:cNvSpPr txBox="1">
            <a:spLocks noGrp="1"/>
          </p:cNvSpPr>
          <p:nvPr>
            <p:ph type="body" sz="quarter" idx="1"/>
          </p:nvPr>
        </p:nvSpPr>
        <p:spPr>
          <a:xfrm>
            <a:off x="1295400" y="4777380"/>
            <a:ext cx="9609669" cy="860401"/>
          </a:xfrm>
          <a:prstGeom prst="rect">
            <a:avLst/>
          </a:prstGeom>
        </p:spPr>
        <p:txBody>
          <a:bodyPr/>
          <a:lstStyle>
            <a:lvl1pPr marL="0" indent="0">
              <a:buClrTx/>
              <a:buSzTx/>
              <a:buFontTx/>
              <a:buNone/>
              <a:defRPr sz="2000">
                <a:solidFill>
                  <a:srgbClr val="000000"/>
                </a:solidFill>
              </a:defRPr>
            </a:lvl1pPr>
            <a:lvl2pPr marL="0" indent="457200">
              <a:buClrTx/>
              <a:buSzTx/>
              <a:buFontTx/>
              <a:buNone/>
              <a:defRPr sz="2000">
                <a:solidFill>
                  <a:srgbClr val="000000"/>
                </a:solidFill>
              </a:defRPr>
            </a:lvl2pPr>
            <a:lvl3pPr marL="0" indent="914400">
              <a:buClrTx/>
              <a:buSzTx/>
              <a:buFontTx/>
              <a:buNone/>
              <a:defRPr sz="2000">
                <a:solidFill>
                  <a:srgbClr val="000000"/>
                </a:solidFill>
              </a:defRPr>
            </a:lvl3pPr>
            <a:lvl4pPr marL="0" indent="1371600">
              <a:buClrTx/>
              <a:buSzTx/>
              <a:buFontTx/>
              <a:buNone/>
              <a:defRPr sz="2000">
                <a:solidFill>
                  <a:srgbClr val="000000"/>
                </a:solidFill>
              </a:defRPr>
            </a:lvl4pPr>
            <a:lvl5pPr marL="0" indent="1828800">
              <a:buClrTx/>
              <a:buSzTx/>
              <a:buFontTx/>
              <a:buNone/>
              <a:defRPr sz="2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Name Card">
    <p:spTree>
      <p:nvGrpSpPr>
        <p:cNvPr id="1" name=""/>
        <p:cNvGrpSpPr/>
        <p:nvPr/>
      </p:nvGrpSpPr>
      <p:grpSpPr>
        <a:xfrm>
          <a:off x="0" y="0"/>
          <a:ext cx="0" cy="0"/>
          <a:chOff x="0" y="0"/>
          <a:chExt cx="0" cy="0"/>
        </a:xfrm>
      </p:grpSpPr>
      <p:sp>
        <p:nvSpPr>
          <p:cNvPr id="156" name="Title Text"/>
          <p:cNvSpPr txBox="1">
            <a:spLocks noGrp="1"/>
          </p:cNvSpPr>
          <p:nvPr>
            <p:ph type="title"/>
          </p:nvPr>
        </p:nvSpPr>
        <p:spPr>
          <a:xfrm>
            <a:off x="1446212" y="982132"/>
            <a:ext cx="9296399" cy="2243669"/>
          </a:xfrm>
          <a:prstGeom prst="rect">
            <a:avLst/>
          </a:prstGeom>
        </p:spPr>
        <p:txBody>
          <a:bodyPr/>
          <a:lstStyle>
            <a:lvl1pPr>
              <a:defRPr sz="3200">
                <a:solidFill>
                  <a:srgbClr val="000000"/>
                </a:solidFill>
              </a:defRPr>
            </a:lvl1pPr>
          </a:lstStyle>
          <a:p>
            <a:r>
              <a:t>Title Text</a:t>
            </a:r>
          </a:p>
        </p:txBody>
      </p:sp>
      <p:sp>
        <p:nvSpPr>
          <p:cNvPr id="157" name="Body Level One…"/>
          <p:cNvSpPr txBox="1">
            <a:spLocks noGrp="1"/>
          </p:cNvSpPr>
          <p:nvPr>
            <p:ph type="body" sz="quarter" idx="1"/>
          </p:nvPr>
        </p:nvSpPr>
        <p:spPr>
          <a:xfrm>
            <a:off x="1295400" y="3639311"/>
            <a:ext cx="9609669" cy="886969"/>
          </a:xfrm>
          <a:prstGeom prst="rect">
            <a:avLst/>
          </a:prstGeom>
        </p:spPr>
        <p:txBody>
          <a:bodyPr anchor="b"/>
          <a:lstStyle>
            <a:lvl1pPr marL="0" indent="0">
              <a:buClrTx/>
              <a:buSzTx/>
              <a:buFontTx/>
              <a:buNone/>
              <a:defRPr>
                <a:solidFill>
                  <a:srgbClr val="000000"/>
                </a:solidFill>
              </a:defRPr>
            </a:lvl1pPr>
            <a:lvl2pPr marL="0" indent="457200">
              <a:buClrTx/>
              <a:buSzTx/>
              <a:buFontTx/>
              <a:buNone/>
              <a:defRPr>
                <a:solidFill>
                  <a:srgbClr val="000000"/>
                </a:solidFill>
              </a:defRPr>
            </a:lvl2pPr>
            <a:lvl3pPr marL="0" indent="914400">
              <a:buClrTx/>
              <a:buSzTx/>
              <a:buFontTx/>
              <a:buNone/>
              <a:defRPr>
                <a:solidFill>
                  <a:srgbClr val="000000"/>
                </a:solidFill>
              </a:defRPr>
            </a:lvl3pPr>
            <a:lvl4pPr marL="0" indent="1371600">
              <a:buClrTx/>
              <a:buSzTx/>
              <a:buFontTx/>
              <a:buNone/>
              <a:defRPr>
                <a:solidFill>
                  <a:srgbClr val="000000"/>
                </a:solidFill>
              </a:defRPr>
            </a:lvl4pPr>
            <a:lvl5pPr marL="0" indent="1828800">
              <a:buClrTx/>
              <a:buSzTx/>
              <a:buFontTx/>
              <a:buNone/>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58" name="Text Placeholder 2"/>
          <p:cNvSpPr>
            <a:spLocks noGrp="1"/>
          </p:cNvSpPr>
          <p:nvPr>
            <p:ph type="body" sz="quarter" idx="21"/>
          </p:nvPr>
        </p:nvSpPr>
        <p:spPr>
          <a:xfrm>
            <a:off x="1295400" y="4529666"/>
            <a:ext cx="9609670" cy="1346201"/>
          </a:xfrm>
          <a:prstGeom prst="rect">
            <a:avLst/>
          </a:prstGeom>
        </p:spPr>
        <p:txBody>
          <a:bodyPr/>
          <a:lstStyle/>
          <a:p>
            <a:pPr marL="0" indent="0">
              <a:buClrTx/>
              <a:buSzTx/>
              <a:buFontTx/>
              <a:buNone/>
              <a:defRPr sz="1800">
                <a:solidFill>
                  <a:srgbClr val="000000"/>
                </a:solidFill>
              </a:defRPr>
            </a:pPr>
            <a:endParaRPr/>
          </a:p>
        </p:txBody>
      </p:sp>
      <p:sp>
        <p:nvSpPr>
          <p:cNvPr id="159" name="TextBox 11"/>
          <p:cNvSpPr txBox="1"/>
          <p:nvPr/>
        </p:nvSpPr>
        <p:spPr>
          <a:xfrm>
            <a:off x="907732" y="555129"/>
            <a:ext cx="518161" cy="1234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0"/>
            </a:lvl1pPr>
          </a:lstStyle>
          <a:p>
            <a:r>
              <a:t>“</a:t>
            </a:r>
          </a:p>
        </p:txBody>
      </p:sp>
      <p:sp>
        <p:nvSpPr>
          <p:cNvPr id="160" name="TextBox 12"/>
          <p:cNvSpPr txBox="1"/>
          <p:nvPr/>
        </p:nvSpPr>
        <p:spPr>
          <a:xfrm>
            <a:off x="10645986" y="2274428"/>
            <a:ext cx="518161" cy="1234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r">
              <a:defRPr sz="8000"/>
            </a:lvl1pPr>
          </a:lstStyle>
          <a:p>
            <a:r>
              <a:t>”</a:t>
            </a:r>
          </a:p>
        </p:txBody>
      </p:sp>
      <p:sp>
        <p:nvSpPr>
          <p:cNvPr id="161" name="Straight Connector 25"/>
          <p:cNvSpPr/>
          <p:nvPr/>
        </p:nvSpPr>
        <p:spPr>
          <a:xfrm>
            <a:off x="1396169" y="3429000"/>
            <a:ext cx="9407299" cy="0"/>
          </a:xfrm>
          <a:prstGeom prst="line">
            <a:avLst/>
          </a:prstGeom>
          <a:ln w="15875">
            <a:solidFill>
              <a:schemeClr val="accent1"/>
            </a:solidFill>
          </a:ln>
        </p:spPr>
        <p:txBody>
          <a:bodyPr lIns="45719" rIns="45719"/>
          <a:lstStyle/>
          <a:p>
            <a:endParaRPr/>
          </a:p>
        </p:txBody>
      </p:sp>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rue or False">
    <p:spTree>
      <p:nvGrpSpPr>
        <p:cNvPr id="1" name=""/>
        <p:cNvGrpSpPr/>
        <p:nvPr/>
      </p:nvGrpSpPr>
      <p:grpSpPr>
        <a:xfrm>
          <a:off x="0" y="0"/>
          <a:ext cx="0" cy="0"/>
          <a:chOff x="0" y="0"/>
          <a:chExt cx="0" cy="0"/>
        </a:xfrm>
      </p:grpSpPr>
      <p:sp>
        <p:nvSpPr>
          <p:cNvPr id="169" name="Title Text"/>
          <p:cNvSpPr txBox="1">
            <a:spLocks noGrp="1"/>
          </p:cNvSpPr>
          <p:nvPr>
            <p:ph type="title"/>
          </p:nvPr>
        </p:nvSpPr>
        <p:spPr>
          <a:xfrm>
            <a:off x="1295400" y="982132"/>
            <a:ext cx="9609668" cy="2243669"/>
          </a:xfrm>
          <a:prstGeom prst="rect">
            <a:avLst/>
          </a:prstGeom>
        </p:spPr>
        <p:txBody>
          <a:bodyPr/>
          <a:lstStyle/>
          <a:p>
            <a:r>
              <a:t>Title Text</a:t>
            </a:r>
          </a:p>
        </p:txBody>
      </p:sp>
      <p:sp>
        <p:nvSpPr>
          <p:cNvPr id="170" name="Body Level One…"/>
          <p:cNvSpPr txBox="1">
            <a:spLocks noGrp="1"/>
          </p:cNvSpPr>
          <p:nvPr>
            <p:ph type="body" sz="quarter" idx="1"/>
          </p:nvPr>
        </p:nvSpPr>
        <p:spPr>
          <a:xfrm>
            <a:off x="1295400" y="3630167"/>
            <a:ext cx="9609669" cy="841249"/>
          </a:xfrm>
          <a:prstGeom prst="rect">
            <a:avLst/>
          </a:prstGeom>
        </p:spPr>
        <p:txBody>
          <a:bodyPr anchor="b"/>
          <a:lstStyle>
            <a:lvl1pPr marL="0" indent="0">
              <a:buClrTx/>
              <a:buSzTx/>
              <a:buFontTx/>
              <a:buNone/>
              <a:defRPr sz="2800">
                <a:solidFill>
                  <a:srgbClr val="000000"/>
                </a:solidFill>
              </a:defRPr>
            </a:lvl1pPr>
            <a:lvl2pPr marL="0" indent="457200">
              <a:buClrTx/>
              <a:buSzTx/>
              <a:buFontTx/>
              <a:buNone/>
              <a:defRPr sz="2800">
                <a:solidFill>
                  <a:srgbClr val="000000"/>
                </a:solidFill>
              </a:defRPr>
            </a:lvl2pPr>
            <a:lvl3pPr marL="0" indent="914400">
              <a:buClrTx/>
              <a:buSzTx/>
              <a:buFontTx/>
              <a:buNone/>
              <a:defRPr sz="2800">
                <a:solidFill>
                  <a:srgbClr val="000000"/>
                </a:solidFill>
              </a:defRPr>
            </a:lvl3pPr>
            <a:lvl4pPr marL="0" indent="1371600">
              <a:buClrTx/>
              <a:buSzTx/>
              <a:buFontTx/>
              <a:buNone/>
              <a:defRPr sz="2800">
                <a:solidFill>
                  <a:srgbClr val="000000"/>
                </a:solidFill>
              </a:defRPr>
            </a:lvl4pPr>
            <a:lvl5pPr marL="0" indent="1828800">
              <a:buClrTx/>
              <a:buSzTx/>
              <a:buFontTx/>
              <a:buNone/>
              <a:defRPr sz="28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71" name="Text Placeholder 2"/>
          <p:cNvSpPr>
            <a:spLocks noGrp="1"/>
          </p:cNvSpPr>
          <p:nvPr>
            <p:ph type="body" sz="quarter" idx="21"/>
          </p:nvPr>
        </p:nvSpPr>
        <p:spPr>
          <a:xfrm>
            <a:off x="1295400" y="4470398"/>
            <a:ext cx="9609671" cy="1405468"/>
          </a:xfrm>
          <a:prstGeom prst="rect">
            <a:avLst/>
          </a:prstGeom>
        </p:spPr>
        <p:txBody>
          <a:bodyPr/>
          <a:lstStyle/>
          <a:p>
            <a:pPr marL="0" indent="0">
              <a:buClrTx/>
              <a:buSzTx/>
              <a:buFontTx/>
              <a:buNone/>
              <a:defRPr sz="1800">
                <a:solidFill>
                  <a:srgbClr val="000000"/>
                </a:solidFill>
              </a:defRPr>
            </a:pPr>
            <a:endParaRPr/>
          </a:p>
        </p:txBody>
      </p:sp>
      <p:sp>
        <p:nvSpPr>
          <p:cNvPr id="172" name="Straight Connector 14"/>
          <p:cNvSpPr/>
          <p:nvPr/>
        </p:nvSpPr>
        <p:spPr>
          <a:xfrm>
            <a:off x="1396169" y="3429000"/>
            <a:ext cx="9407299" cy="0"/>
          </a:xfrm>
          <a:prstGeom prst="line">
            <a:avLst/>
          </a:prstGeom>
          <a:ln w="15875">
            <a:solidFill>
              <a:schemeClr val="accent1"/>
            </a:solidFill>
          </a:ln>
        </p:spPr>
        <p:txBody>
          <a:bodyPr lIns="45719" rIns="45719"/>
          <a:lstStyle/>
          <a:p>
            <a:endParaRPr/>
          </a:p>
        </p:txBody>
      </p:sp>
      <p:sp>
        <p:nvSpPr>
          <p:cNvPr id="1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grpSp>
        <p:nvGrpSpPr>
          <p:cNvPr id="6" name="Group 6"/>
          <p:cNvGrpSpPr/>
          <p:nvPr/>
        </p:nvGrpSpPr>
        <p:grpSpPr>
          <a:xfrm>
            <a:off x="-15737" y="0"/>
            <a:ext cx="12229963" cy="6856215"/>
            <a:chOff x="0" y="0"/>
            <a:chExt cx="12229961" cy="6856214"/>
          </a:xfrm>
        </p:grpSpPr>
        <p:pic>
          <p:nvPicPr>
            <p:cNvPr id="2" name="Picture 7" descr="Picture 7"/>
            <p:cNvPicPr>
              <a:picLocks noChangeAspect="1"/>
            </p:cNvPicPr>
            <p:nvPr/>
          </p:nvPicPr>
          <p:blipFill>
            <a:blip r:embed="rId18"/>
            <a:stretch>
              <a:fillRect/>
            </a:stretch>
          </p:blipFill>
          <p:spPr>
            <a:xfrm>
              <a:off x="15736" y="0"/>
              <a:ext cx="12188826" cy="6856215"/>
            </a:xfrm>
            <a:prstGeom prst="rect">
              <a:avLst/>
            </a:prstGeom>
            <a:ln w="12700" cap="flat">
              <a:noFill/>
              <a:miter lim="400000"/>
            </a:ln>
            <a:effectLst/>
          </p:spPr>
        </p:pic>
        <p:sp>
          <p:nvSpPr>
            <p:cNvPr id="3" name="Rectangle 8"/>
            <p:cNvSpPr/>
            <p:nvPr/>
          </p:nvSpPr>
          <p:spPr>
            <a:xfrm>
              <a:off x="623748" y="609600"/>
              <a:ext cx="10972801" cy="5638801"/>
            </a:xfrm>
            <a:prstGeom prst="rect">
              <a:avLst/>
            </a:prstGeom>
            <a:noFill/>
            <a:ln w="15875" cap="flat">
              <a:solidFill>
                <a:schemeClr val="accent1"/>
              </a:solidFill>
              <a:prstDash val="solid"/>
              <a:miter lim="800000"/>
            </a:ln>
            <a:effectLst/>
          </p:spPr>
          <p:txBody>
            <a:bodyPr wrap="square" lIns="45719" tIns="45719" rIns="45719" bIns="45719" numCol="1" anchor="t">
              <a:noAutofit/>
            </a:bodyPr>
            <a:lstStyle/>
            <a:p>
              <a:endParaRPr/>
            </a:p>
          </p:txBody>
        </p:sp>
        <p:pic>
          <p:nvPicPr>
            <p:cNvPr id="4" name="Picture 9" descr="Picture 9"/>
            <p:cNvPicPr>
              <a:picLocks noChangeAspect="1"/>
            </p:cNvPicPr>
            <p:nvPr/>
          </p:nvPicPr>
          <p:blipFill>
            <a:blip r:embed="rId19"/>
            <a:stretch>
              <a:fillRect/>
            </a:stretch>
          </p:blipFill>
          <p:spPr>
            <a:xfrm>
              <a:off x="-1" y="3153832"/>
              <a:ext cx="777241" cy="606426"/>
            </a:xfrm>
            <a:prstGeom prst="rect">
              <a:avLst/>
            </a:prstGeom>
            <a:ln w="12700" cap="flat">
              <a:noFill/>
              <a:miter lim="400000"/>
            </a:ln>
            <a:effectLst/>
          </p:spPr>
        </p:pic>
        <p:pic>
          <p:nvPicPr>
            <p:cNvPr id="5" name="Picture 10" descr="Picture 10"/>
            <p:cNvPicPr>
              <a:picLocks noChangeAspect="1"/>
            </p:cNvPicPr>
            <p:nvPr/>
          </p:nvPicPr>
          <p:blipFill>
            <a:blip r:embed="rId19"/>
            <a:stretch>
              <a:fillRect/>
            </a:stretch>
          </p:blipFill>
          <p:spPr>
            <a:xfrm>
              <a:off x="11452721" y="3153832"/>
              <a:ext cx="777241" cy="606426"/>
            </a:xfrm>
            <a:prstGeom prst="rect">
              <a:avLst/>
            </a:prstGeom>
            <a:ln w="12700" cap="flat">
              <a:noFill/>
              <a:miter lim="400000"/>
            </a:ln>
            <a:effectLst/>
          </p:spPr>
        </p:pic>
      </p:grpSp>
      <p:sp>
        <p:nvSpPr>
          <p:cNvPr id="7"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8"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673395" y="5986779"/>
            <a:ext cx="223204" cy="243841"/>
          </a:xfrm>
          <a:prstGeom prst="rect">
            <a:avLst/>
          </a:prstGeom>
          <a:ln w="12700">
            <a:miter lim="400000"/>
          </a:ln>
        </p:spPr>
        <p:txBody>
          <a:bodyPr wrap="none" lIns="45719" rIns="45719" anchor="ctr">
            <a:spAutoFit/>
          </a:bodyPr>
          <a:lstStyle>
            <a:lvl1pPr algn="r">
              <a:defRPr sz="10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62626"/>
          </a:solidFill>
          <a:uFillTx/>
          <a:latin typeface="+mn-lt"/>
          <a:ea typeface="+mn-ea"/>
          <a:cs typeface="+mn-cs"/>
          <a:sym typeface="Garamond"/>
        </a:defRPr>
      </a:lvl9pPr>
    </p:titleStyle>
    <p:bodyStyle>
      <a:lvl1pPr marL="285750" marR="0" indent="-285750"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1pPr>
      <a:lvl2pPr marL="800100" marR="0" indent="-342900"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2pPr>
      <a:lvl3pPr marL="1295400" marR="0" indent="-381000"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3pPr>
      <a:lvl4pPr marL="1628775" marR="0" indent="-257175"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4pPr>
      <a:lvl5pPr marL="2122714" marR="0" indent="-293914"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5pPr>
      <a:lvl6pPr marL="2677885" marR="0" indent="-391885"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6pPr>
      <a:lvl7pPr marL="3135085" marR="0" indent="-391885"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7pPr>
      <a:lvl8pPr marL="3592285" marR="0" indent="-391885"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8pPr>
      <a:lvl9pPr marL="4049485" marR="0" indent="-391885" algn="l" defTabSz="457200" rtl="0" latinLnBrk="0">
        <a:lnSpc>
          <a:spcPct val="100000"/>
        </a:lnSpc>
        <a:spcBef>
          <a:spcPts val="600"/>
        </a:spcBef>
        <a:spcAft>
          <a:spcPts val="0"/>
        </a:spcAft>
        <a:buClr>
          <a:schemeClr val="accent1"/>
        </a:buClr>
        <a:buSzPct val="115000"/>
        <a:buFont typeface="Arial"/>
        <a:buChar char="•"/>
        <a:tabLst/>
        <a:defRPr sz="2400" b="0" i="0" u="none" strike="noStrike" cap="none" spc="0" baseline="0">
          <a:solidFill>
            <a:srgbClr val="262626"/>
          </a:solidFill>
          <a:uFillTx/>
          <a:latin typeface="+mn-lt"/>
          <a:ea typeface="+mn-ea"/>
          <a:cs typeface="+mn-cs"/>
          <a:sym typeface="Garamond"/>
        </a:defRPr>
      </a:lvl9pPr>
    </p:bodyStyle>
    <p:otherStyle>
      <a:lvl1pPr marL="0" marR="0" indent="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1pPr>
      <a:lvl2pPr marL="0" marR="0" indent="457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2pPr>
      <a:lvl3pPr marL="0" marR="0" indent="914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3pPr>
      <a:lvl4pPr marL="0" marR="0" indent="1371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4pPr>
      <a:lvl5pPr marL="0" marR="0" indent="18288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5pPr>
      <a:lvl6pPr marL="0" marR="0" indent="22860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6pPr>
      <a:lvl7pPr marL="0" marR="0" indent="27432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7pPr>
      <a:lvl8pPr marL="0" marR="0" indent="32004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8pPr>
      <a:lvl9pPr marL="0" marR="0" indent="3657600" algn="r" defTabSz="4572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Garamon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itle 1"/>
          <p:cNvSpPr txBox="1">
            <a:spLocks noGrp="1"/>
          </p:cNvSpPr>
          <p:nvPr>
            <p:ph type="ctrTitle"/>
          </p:nvPr>
        </p:nvSpPr>
        <p:spPr>
          <a:xfrm>
            <a:off x="2692398" y="1871130"/>
            <a:ext cx="6815669" cy="1515534"/>
          </a:xfrm>
          <a:prstGeom prst="rect">
            <a:avLst/>
          </a:prstGeom>
        </p:spPr>
        <p:txBody>
          <a:bodyPr/>
          <a:lstStyle>
            <a:lvl1pPr>
              <a:defRPr sz="3600"/>
            </a:lvl1pPr>
          </a:lstStyle>
          <a:p>
            <a:r>
              <a:rPr lang="en-IN" b="1" dirty="0">
                <a:latin typeface="Montserrat" panose="00000500000000000000" pitchFamily="50" charset="0"/>
              </a:rPr>
              <a:t>COMPUTER NETWOKRS</a:t>
            </a:r>
            <a:endParaRPr b="1" dirty="0">
              <a:latin typeface="Montserrat" panose="00000500000000000000" pitchFamily="50" charset="0"/>
            </a:endParaRPr>
          </a:p>
        </p:txBody>
      </p:sp>
      <p:sp>
        <p:nvSpPr>
          <p:cNvPr id="183" name="Subtitle 2"/>
          <p:cNvSpPr txBox="1">
            <a:spLocks noGrp="1"/>
          </p:cNvSpPr>
          <p:nvPr>
            <p:ph type="subTitle" sz="quarter" idx="1"/>
          </p:nvPr>
        </p:nvSpPr>
        <p:spPr>
          <a:xfrm>
            <a:off x="2692398" y="3892501"/>
            <a:ext cx="6815669" cy="614185"/>
          </a:xfrm>
          <a:prstGeom prst="rect">
            <a:avLst/>
          </a:prstGeom>
        </p:spPr>
        <p:txBody>
          <a:bodyPr>
            <a:noAutofit/>
          </a:bodyPr>
          <a:lstStyle/>
          <a:p>
            <a:r>
              <a:rPr lang="en-IN" sz="2200" b="1" dirty="0">
                <a:latin typeface="Montserrat" panose="00000500000000000000" pitchFamily="50" charset="0"/>
              </a:rPr>
              <a:t>INTERNET TRAFFIC CLASSIFICATION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itle 1"/>
          <p:cNvSpPr txBox="1">
            <a:spLocks noGrp="1"/>
          </p:cNvSpPr>
          <p:nvPr>
            <p:ph type="title" idx="4294967295"/>
          </p:nvPr>
        </p:nvSpPr>
        <p:spPr>
          <a:xfrm>
            <a:off x="845343" y="658200"/>
            <a:ext cx="10501313" cy="983788"/>
          </a:xfrm>
          <a:prstGeom prst="rect">
            <a:avLst/>
          </a:prstGeom>
        </p:spPr>
        <p:txBody>
          <a:bodyPr/>
          <a:lstStyle/>
          <a:p>
            <a:r>
              <a:rPr b="1" dirty="0">
                <a:latin typeface="Montserrat" panose="00000500000000000000" pitchFamily="50" charset="0"/>
              </a:rPr>
              <a:t>INT</a:t>
            </a:r>
            <a:r>
              <a:rPr lang="en-IN" b="1" dirty="0">
                <a:latin typeface="Montserrat" panose="00000500000000000000" pitchFamily="50" charset="0"/>
              </a:rPr>
              <a:t>R</a:t>
            </a:r>
            <a:r>
              <a:rPr b="1" dirty="0">
                <a:latin typeface="Montserrat" panose="00000500000000000000" pitchFamily="50" charset="0"/>
              </a:rPr>
              <a:t>ODUCTION</a:t>
            </a:r>
          </a:p>
        </p:txBody>
      </p:sp>
      <p:sp>
        <p:nvSpPr>
          <p:cNvPr id="186" name="Content Placeholder 2"/>
          <p:cNvSpPr txBox="1">
            <a:spLocks noGrp="1"/>
          </p:cNvSpPr>
          <p:nvPr>
            <p:ph type="body" sz="half" idx="4294967295"/>
          </p:nvPr>
        </p:nvSpPr>
        <p:spPr>
          <a:xfrm>
            <a:off x="791368" y="1526508"/>
            <a:ext cx="10791032" cy="4673292"/>
          </a:xfrm>
          <a:prstGeom prst="rect">
            <a:avLst/>
          </a:prstGeom>
        </p:spPr>
        <p:txBody>
          <a:bodyPr>
            <a:noAutofit/>
          </a:bodyPr>
          <a:lstStyle>
            <a:lvl1pPr marL="0" indent="0">
              <a:lnSpc>
                <a:spcPct val="90000"/>
              </a:lnSpc>
              <a:buSzTx/>
              <a:buNone/>
              <a:defRPr sz="2000"/>
            </a:lvl1pPr>
          </a:lstStyle>
          <a:p>
            <a:pPr>
              <a:lnSpc>
                <a:spcPct val="150000"/>
              </a:lnSpc>
            </a:pPr>
            <a:r>
              <a:rPr lang="en-US" sz="1800" dirty="0">
                <a:latin typeface="Montserrat" panose="00000500000000000000" pitchFamily="50" charset="0"/>
              </a:rPr>
              <a:t>The classification of traffic flows in today’s IP networks has become an important research area with the adoption of </a:t>
            </a:r>
            <a:r>
              <a:rPr lang="en-US" sz="1800" b="1" dirty="0">
                <a:latin typeface="Montserrat" panose="00000500000000000000" pitchFamily="50" charset="0"/>
              </a:rPr>
              <a:t>Machine Learning (ML) </a:t>
            </a:r>
            <a:r>
              <a:rPr lang="en-US" sz="1800" dirty="0">
                <a:latin typeface="Montserrat" panose="00000500000000000000" pitchFamily="50" charset="0"/>
              </a:rPr>
              <a:t>techniques and </a:t>
            </a:r>
            <a:r>
              <a:rPr lang="en-US" sz="1800" b="1" dirty="0">
                <a:latin typeface="Montserrat" panose="00000500000000000000" pitchFamily="50" charset="0"/>
              </a:rPr>
              <a:t>Software Defined Networking</a:t>
            </a:r>
            <a:r>
              <a:rPr lang="en-US" sz="1800" dirty="0">
                <a:latin typeface="Montserrat" panose="00000500000000000000" pitchFamily="50" charset="0"/>
              </a:rPr>
              <a:t> </a:t>
            </a:r>
            <a:r>
              <a:rPr lang="en-US" sz="1800" b="1" dirty="0">
                <a:latin typeface="Montserrat" panose="00000500000000000000" pitchFamily="50" charset="0"/>
              </a:rPr>
              <a:t>(SDN) </a:t>
            </a:r>
            <a:r>
              <a:rPr lang="en-US" sz="1800" dirty="0">
                <a:latin typeface="Montserrat" panose="00000500000000000000" pitchFamily="50" charset="0"/>
              </a:rPr>
              <a:t>principles. Traditional methodologies including identifying traffic based on port number and payload inspection are not effective due to the dynamic and encrypted nature of current traffic. In our project will attempt to utilize </a:t>
            </a:r>
            <a:r>
              <a:rPr lang="en-US" sz="1800" b="1" dirty="0">
                <a:latin typeface="Montserrat" panose="00000500000000000000" pitchFamily="50" charset="0"/>
              </a:rPr>
              <a:t>Supervised</a:t>
            </a:r>
            <a:r>
              <a:rPr lang="en-US" sz="1800" dirty="0">
                <a:latin typeface="Montserrat" panose="00000500000000000000" pitchFamily="50" charset="0"/>
              </a:rPr>
              <a:t> and </a:t>
            </a:r>
            <a:r>
              <a:rPr lang="en-US" sz="1800" b="1" dirty="0">
                <a:latin typeface="Montserrat" panose="00000500000000000000" pitchFamily="50" charset="0"/>
              </a:rPr>
              <a:t>Unsupervised ML algorithms </a:t>
            </a:r>
            <a:r>
              <a:rPr lang="en-US" sz="1800" dirty="0">
                <a:latin typeface="Montserrat" panose="00000500000000000000" pitchFamily="50" charset="0"/>
              </a:rPr>
              <a:t>to classify flows by their required bandwidth, required QoS, and their application based on various flow level details as features.</a:t>
            </a:r>
          </a:p>
          <a:p>
            <a:pPr>
              <a:lnSpc>
                <a:spcPct val="150000"/>
              </a:lnSpc>
            </a:pPr>
            <a:r>
              <a:rPr lang="en-US" sz="1800" b="1" u="sng" dirty="0">
                <a:latin typeface="Montserrat" panose="00000500000000000000" pitchFamily="50" charset="0"/>
              </a:rPr>
              <a:t>Traffic classification</a:t>
            </a:r>
            <a:r>
              <a:rPr lang="en-US" sz="1800" b="1" dirty="0">
                <a:latin typeface="Montserrat" panose="00000500000000000000" pitchFamily="50" charset="0"/>
              </a:rPr>
              <a:t> </a:t>
            </a:r>
            <a:r>
              <a:rPr lang="en-US" sz="1800" dirty="0">
                <a:latin typeface="Montserrat" panose="00000500000000000000" pitchFamily="50" charset="0"/>
              </a:rPr>
              <a:t>is an process which categorizes computer network traffic according to various parameters (for example, based on port number or protocol) into a number of traffic classes. Each resulting traffic class can be treated differently in order to differentiate the service implied for the data generator or consumer.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FF140A1-627B-4EBA-AEC8-E9C1B6111BFC}"/>
              </a:ext>
            </a:extLst>
          </p:cNvPr>
          <p:cNvSpPr txBox="1"/>
          <p:nvPr/>
        </p:nvSpPr>
        <p:spPr>
          <a:xfrm>
            <a:off x="855406" y="804153"/>
            <a:ext cx="10658168" cy="4890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pPr>
            <a:r>
              <a:rPr lang="en-US" sz="1800" dirty="0">
                <a:latin typeface="Montserrat" panose="00000500000000000000" pitchFamily="50" charset="0"/>
              </a:rPr>
              <a:t>As mentioned earlier, traffic classification using Machine Learning is a growing trend in the network analytics domain. One application of these techniques is in “</a:t>
            </a:r>
            <a:r>
              <a:rPr lang="en-US" sz="1800" u="sng" dirty="0">
                <a:latin typeface="Montserrat" panose="00000500000000000000" pitchFamily="50" charset="0"/>
              </a:rPr>
              <a:t>cybersecurity</a:t>
            </a:r>
            <a:r>
              <a:rPr lang="en-US" sz="1800" dirty="0">
                <a:latin typeface="Montserrat" panose="00000500000000000000" pitchFamily="50" charset="0"/>
              </a:rPr>
              <a:t>”. Large datasets produced from enormous Internet traffic flows are difficult to process and analyze, even for talented experts in the field using sophisticated tools. In addition, ML classification and clustering of flows can help identify network hotspots and potential bottlenecks.</a:t>
            </a:r>
          </a:p>
          <a:p>
            <a:endParaRPr lang="en-US" dirty="0">
              <a:latin typeface="Montserrat" panose="00000500000000000000" pitchFamily="50" charset="0"/>
            </a:endParaRPr>
          </a:p>
          <a:p>
            <a:endParaRPr lang="en-US" dirty="0">
              <a:latin typeface="Montserrat" panose="00000500000000000000" pitchFamily="50" charset="0"/>
            </a:endParaRPr>
          </a:p>
          <a:p>
            <a:r>
              <a:rPr lang="en-US" b="1" dirty="0">
                <a:latin typeface="Montserrat" panose="00000500000000000000" pitchFamily="50" charset="0"/>
              </a:rPr>
              <a:t>* For this project 4 types of traffic were considered </a:t>
            </a:r>
            <a:r>
              <a:rPr lang="en-US" dirty="0">
                <a:latin typeface="Montserrat" panose="00000500000000000000" pitchFamily="50" charset="0"/>
              </a:rPr>
              <a:t>:</a:t>
            </a:r>
          </a:p>
          <a:p>
            <a:endParaRPr lang="en-US" dirty="0">
              <a:latin typeface="Montserrat" panose="00000500000000000000" pitchFamily="50" charset="0"/>
            </a:endParaRPr>
          </a:p>
          <a:p>
            <a:pPr marL="342900" indent="-342900">
              <a:lnSpc>
                <a:spcPct val="150000"/>
              </a:lnSpc>
              <a:buAutoNum type="arabicPeriod"/>
            </a:pPr>
            <a:r>
              <a:rPr lang="en-IN" i="1" dirty="0">
                <a:solidFill>
                  <a:schemeClr val="tx1"/>
                </a:solidFill>
                <a:latin typeface="Montserrat" panose="00000500000000000000" pitchFamily="50" charset="0"/>
              </a:rPr>
              <a:t>Domain Name System (DNS) </a:t>
            </a:r>
          </a:p>
          <a:p>
            <a:pPr marL="342900" indent="-342900">
              <a:lnSpc>
                <a:spcPct val="150000"/>
              </a:lnSpc>
              <a:buAutoNum type="arabicPeriod"/>
            </a:pPr>
            <a:r>
              <a:rPr lang="en-IN" i="1" dirty="0">
                <a:solidFill>
                  <a:schemeClr val="tx1"/>
                </a:solidFill>
                <a:latin typeface="Montserrat" panose="00000500000000000000" pitchFamily="50" charset="0"/>
              </a:rPr>
              <a:t>Telnet</a:t>
            </a:r>
          </a:p>
          <a:p>
            <a:pPr marL="342900" indent="-342900">
              <a:lnSpc>
                <a:spcPct val="150000"/>
              </a:lnSpc>
              <a:buAutoNum type="arabicPeriod"/>
            </a:pPr>
            <a:r>
              <a:rPr lang="en-IN" i="1" dirty="0">
                <a:solidFill>
                  <a:schemeClr val="tx1"/>
                </a:solidFill>
                <a:latin typeface="Montserrat" panose="00000500000000000000" pitchFamily="50" charset="0"/>
              </a:rPr>
              <a:t>Ping</a:t>
            </a:r>
          </a:p>
          <a:p>
            <a:pPr marL="342900" indent="-342900">
              <a:lnSpc>
                <a:spcPct val="150000"/>
              </a:lnSpc>
              <a:buAutoNum type="arabicPeriod"/>
            </a:pPr>
            <a:r>
              <a:rPr lang="en-IN" i="1" dirty="0">
                <a:solidFill>
                  <a:schemeClr val="tx1"/>
                </a:solidFill>
                <a:latin typeface="Montserrat" panose="00000500000000000000" pitchFamily="50" charset="0"/>
              </a:rPr>
              <a:t>Voice</a:t>
            </a:r>
            <a:endParaRPr lang="en-US" i="1" dirty="0">
              <a:solidFill>
                <a:schemeClr val="tx1"/>
              </a:solidFill>
              <a:latin typeface="Montserrat" panose="00000500000000000000" pitchFamily="50" charset="0"/>
            </a:endParaRPr>
          </a:p>
        </p:txBody>
      </p:sp>
    </p:spTree>
    <p:extLst>
      <p:ext uri="{BB962C8B-B14F-4D97-AF65-F5344CB8AC3E}">
        <p14:creationId xmlns:p14="http://schemas.microsoft.com/office/powerpoint/2010/main" val="54626608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
          <p:cNvSpPr txBox="1">
            <a:spLocks noGrp="1"/>
          </p:cNvSpPr>
          <p:nvPr>
            <p:ph type="title" idx="4294967295"/>
          </p:nvPr>
        </p:nvSpPr>
        <p:spPr>
          <a:xfrm>
            <a:off x="1295400" y="687695"/>
            <a:ext cx="9601200" cy="982485"/>
          </a:xfrm>
          <a:prstGeom prst="rect">
            <a:avLst/>
          </a:prstGeom>
        </p:spPr>
        <p:txBody>
          <a:bodyPr/>
          <a:lstStyle/>
          <a:p>
            <a:r>
              <a:rPr lang="en-IN" b="1" dirty="0">
                <a:latin typeface="Montserrat" panose="00000500000000000000" pitchFamily="50" charset="0"/>
              </a:rPr>
              <a:t>CHALLENGES</a:t>
            </a:r>
            <a:endParaRPr b="1" dirty="0">
              <a:latin typeface="Montserrat" panose="00000500000000000000" pitchFamily="50" charset="0"/>
            </a:endParaRPr>
          </a:p>
        </p:txBody>
      </p:sp>
      <p:sp>
        <p:nvSpPr>
          <p:cNvPr id="189" name="Content Placeholder 2"/>
          <p:cNvSpPr txBox="1">
            <a:spLocks noGrp="1"/>
          </p:cNvSpPr>
          <p:nvPr>
            <p:ph type="body" sz="half" idx="4294967295"/>
          </p:nvPr>
        </p:nvSpPr>
        <p:spPr>
          <a:xfrm>
            <a:off x="865239" y="1769905"/>
            <a:ext cx="10520515" cy="4380269"/>
          </a:xfrm>
          <a:prstGeom prst="rect">
            <a:avLst/>
          </a:prstGeom>
        </p:spPr>
        <p:txBody>
          <a:bodyPr>
            <a:noAutofit/>
          </a:bodyPr>
          <a:lstStyle/>
          <a:p>
            <a:pPr algn="just"/>
            <a:r>
              <a:rPr lang="en-US" sz="1900" dirty="0">
                <a:latin typeface="Montserrat" panose="00000500000000000000" pitchFamily="50" charset="0"/>
              </a:rPr>
              <a:t>The classifier analyzers must deal with the </a:t>
            </a:r>
            <a:r>
              <a:rPr lang="en-US" sz="1900" b="1" dirty="0">
                <a:latin typeface="Montserrat" panose="00000500000000000000" pitchFamily="50" charset="0"/>
              </a:rPr>
              <a:t>increasing amount of traffic </a:t>
            </a:r>
            <a:r>
              <a:rPr lang="en-US" sz="1900" dirty="0">
                <a:latin typeface="Montserrat" panose="00000500000000000000" pitchFamily="50" charset="0"/>
              </a:rPr>
              <a:t>and </a:t>
            </a:r>
            <a:r>
              <a:rPr lang="en-US" sz="1900" b="1" dirty="0">
                <a:latin typeface="Montserrat" panose="00000500000000000000" pitchFamily="50" charset="0"/>
              </a:rPr>
              <a:t>transmission rates</a:t>
            </a:r>
            <a:r>
              <a:rPr lang="en-US" sz="1900" dirty="0">
                <a:latin typeface="Montserrat" panose="00000500000000000000" pitchFamily="50" charset="0"/>
              </a:rPr>
              <a:t>.</a:t>
            </a:r>
          </a:p>
          <a:p>
            <a:pPr algn="just"/>
            <a:r>
              <a:rPr lang="en-US" sz="1900" dirty="0">
                <a:latin typeface="Montserrat" panose="00000500000000000000" pitchFamily="50" charset="0"/>
              </a:rPr>
              <a:t>Researchers are looking for </a:t>
            </a:r>
            <a:r>
              <a:rPr lang="en-US" sz="1900" b="1" dirty="0">
                <a:latin typeface="Montserrat" panose="00000500000000000000" pitchFamily="50" charset="0"/>
              </a:rPr>
              <a:t>lightweight algorithms </a:t>
            </a:r>
            <a:r>
              <a:rPr lang="en-US" sz="1900" dirty="0">
                <a:latin typeface="Montserrat" panose="00000500000000000000" pitchFamily="50" charset="0"/>
              </a:rPr>
              <a:t>with little computational cost </a:t>
            </a:r>
          </a:p>
          <a:p>
            <a:pPr algn="just"/>
            <a:r>
              <a:rPr lang="en-US" sz="1900" dirty="0">
                <a:latin typeface="Montserrat" panose="00000500000000000000" pitchFamily="50" charset="0"/>
              </a:rPr>
              <a:t>The growing trend of traffic encryption and protocol encapsulation in the network poses further challenges and Application developers continue to invent new ways to prevent traffic being filtered and detected. </a:t>
            </a:r>
          </a:p>
          <a:p>
            <a:pPr algn="just"/>
            <a:r>
              <a:rPr lang="en-US" sz="1900" dirty="0">
                <a:latin typeface="Montserrat" panose="00000500000000000000" pitchFamily="50" charset="0"/>
              </a:rPr>
              <a:t>These reasons were the motivation for researchers to move toward applying ML techniques to classify network traffic based on statistical and behavioral features. </a:t>
            </a:r>
          </a:p>
          <a:p>
            <a:pPr algn="just"/>
            <a:r>
              <a:rPr lang="en-US" sz="1900" dirty="0">
                <a:latin typeface="Montserrat" panose="00000500000000000000" pitchFamily="50" charset="0"/>
              </a:rPr>
              <a:t>In fact, the majority of ML techniques which are used for IP traffic classification focus on the use of supervised and unsupervised learning (clustering), while a few use hybrid techniques (semi-supervised). Roughen et </a:t>
            </a:r>
            <a:r>
              <a:rPr lang="en-US" sz="1900" dirty="0" err="1">
                <a:latin typeface="Montserrat" panose="00000500000000000000" pitchFamily="50" charset="0"/>
              </a:rPr>
              <a:t>al.applied</a:t>
            </a:r>
            <a:r>
              <a:rPr lang="en-US" sz="1900" dirty="0">
                <a:latin typeface="Montserrat" panose="00000500000000000000" pitchFamily="50" charset="0"/>
              </a:rPr>
              <a:t> ML algorithms, Nearest Neighbors (NN), Linear Discriminate Analysis (LDA) and Quadratic Discriminant Analysis (QDA) to classify IP traffic based on the statistical signature approach.</a:t>
            </a:r>
            <a:endParaRPr sz="1900" dirty="0">
              <a:latin typeface="Montserrat" panose="00000500000000000000" pitchFamily="50" charset="0"/>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itle 1"/>
          <p:cNvSpPr txBox="1">
            <a:spLocks noGrp="1"/>
          </p:cNvSpPr>
          <p:nvPr>
            <p:ph type="title"/>
          </p:nvPr>
        </p:nvSpPr>
        <p:spPr>
          <a:xfrm>
            <a:off x="1295401" y="982132"/>
            <a:ext cx="9601198" cy="1303868"/>
          </a:xfrm>
          <a:prstGeom prst="rect">
            <a:avLst/>
          </a:prstGeom>
        </p:spPr>
        <p:txBody>
          <a:bodyPr/>
          <a:lstStyle/>
          <a:p>
            <a:r>
              <a:rPr lang="en-IN" b="1" dirty="0">
                <a:latin typeface="Montserrat" panose="00000500000000000000" pitchFamily="50" charset="0"/>
              </a:rPr>
              <a:t>METHODOLOGY</a:t>
            </a:r>
            <a:endParaRPr b="1" dirty="0">
              <a:latin typeface="Montserrat" panose="00000500000000000000" pitchFamily="50" charset="0"/>
            </a:endParaRPr>
          </a:p>
        </p:txBody>
      </p:sp>
      <p:sp>
        <p:nvSpPr>
          <p:cNvPr id="192" name="Content Placeholder 2"/>
          <p:cNvSpPr txBox="1">
            <a:spLocks noGrp="1"/>
          </p:cNvSpPr>
          <p:nvPr>
            <p:ph type="body" sz="half" idx="1"/>
          </p:nvPr>
        </p:nvSpPr>
        <p:spPr>
          <a:xfrm>
            <a:off x="879676" y="2487481"/>
            <a:ext cx="10498238" cy="3318938"/>
          </a:xfrm>
          <a:prstGeom prst="rect">
            <a:avLst/>
          </a:prstGeom>
        </p:spPr>
        <p:txBody>
          <a:bodyPr>
            <a:noAutofit/>
          </a:bodyPr>
          <a:lstStyle/>
          <a:p>
            <a:r>
              <a:rPr lang="en-IN" sz="2200" b="1" dirty="0">
                <a:latin typeface="Montserrat" panose="00000500000000000000" pitchFamily="50" charset="0"/>
              </a:rPr>
              <a:t>Step 1 </a:t>
            </a:r>
            <a:r>
              <a:rPr lang="en-IN" sz="2200" dirty="0">
                <a:latin typeface="Montserrat" panose="00000500000000000000" pitchFamily="50" charset="0"/>
              </a:rPr>
              <a:t>: Network Traffic capture - </a:t>
            </a:r>
            <a:r>
              <a:rPr lang="en-IN" sz="2200" u="sng" dirty="0">
                <a:latin typeface="Montserrat" panose="00000500000000000000" pitchFamily="50" charset="0"/>
              </a:rPr>
              <a:t>Using Distributed Internet traffic generator </a:t>
            </a:r>
            <a:r>
              <a:rPr lang="en-IN" sz="2200" b="1" u="sng" dirty="0">
                <a:latin typeface="Montserrat" panose="00000500000000000000" pitchFamily="50" charset="0"/>
              </a:rPr>
              <a:t>D-IGT</a:t>
            </a:r>
            <a:r>
              <a:rPr lang="en-IN" sz="2200" u="sng" dirty="0">
                <a:latin typeface="Montserrat" panose="00000500000000000000" pitchFamily="50" charset="0"/>
              </a:rPr>
              <a:t>.</a:t>
            </a:r>
          </a:p>
          <a:p>
            <a:r>
              <a:rPr lang="en-IN" sz="2200" b="1" dirty="0">
                <a:latin typeface="Montserrat" panose="00000500000000000000" pitchFamily="50" charset="0"/>
              </a:rPr>
              <a:t>Step 2 </a:t>
            </a:r>
            <a:r>
              <a:rPr lang="en-IN" sz="2200" dirty="0">
                <a:latin typeface="Montserrat" panose="00000500000000000000" pitchFamily="50" charset="0"/>
              </a:rPr>
              <a:t>: Feature Extraction Selection.</a:t>
            </a:r>
          </a:p>
          <a:p>
            <a:r>
              <a:rPr lang="en-IN" sz="2200" b="1" dirty="0">
                <a:latin typeface="Montserrat" panose="00000500000000000000" pitchFamily="50" charset="0"/>
              </a:rPr>
              <a:t>Step 3 </a:t>
            </a:r>
            <a:r>
              <a:rPr lang="en-IN" sz="2200" dirty="0">
                <a:latin typeface="Montserrat" panose="00000500000000000000" pitchFamily="50" charset="0"/>
              </a:rPr>
              <a:t>: Training Process Data Sampling -  </a:t>
            </a:r>
            <a:r>
              <a:rPr lang="en-US" sz="2200" dirty="0">
                <a:latin typeface="Montserrat" panose="00000500000000000000" pitchFamily="50" charset="0"/>
              </a:rPr>
              <a:t>The dataset is divided in the ratio 70%-30% such that the train dataset consists of 70% of data and the testing dataset consists of remaining 30% data.</a:t>
            </a:r>
          </a:p>
          <a:p>
            <a:r>
              <a:rPr lang="en-US" sz="2200" b="1" dirty="0">
                <a:latin typeface="Montserrat" panose="00000500000000000000" pitchFamily="50" charset="0"/>
              </a:rPr>
              <a:t>Step 4 </a:t>
            </a:r>
            <a:r>
              <a:rPr lang="en-US" sz="2200" dirty="0">
                <a:latin typeface="Montserrat" panose="00000500000000000000" pitchFamily="50" charset="0"/>
              </a:rPr>
              <a:t>: Implementation of Algorithm – </a:t>
            </a:r>
            <a:r>
              <a:rPr lang="en-US" sz="2200" u="sng" dirty="0">
                <a:latin typeface="Montserrat" panose="00000500000000000000" pitchFamily="50" charset="0"/>
              </a:rPr>
              <a:t>Logistic regression </a:t>
            </a:r>
            <a:r>
              <a:rPr lang="en-US" sz="2200" dirty="0">
                <a:latin typeface="Montserrat" panose="00000500000000000000" pitchFamily="50" charset="0"/>
              </a:rPr>
              <a:t>and </a:t>
            </a:r>
            <a:r>
              <a:rPr lang="en-US" sz="2200" u="sng" dirty="0">
                <a:latin typeface="Montserrat" panose="00000500000000000000" pitchFamily="50" charset="0"/>
              </a:rPr>
              <a:t>K-Means clustering</a:t>
            </a:r>
            <a:r>
              <a:rPr lang="en-US" sz="2200" dirty="0">
                <a:latin typeface="Montserrat" panose="00000500000000000000" pitchFamily="50" charset="0"/>
              </a:rPr>
              <a:t>.</a:t>
            </a:r>
          </a:p>
          <a:p>
            <a:r>
              <a:rPr lang="en-US" sz="2200" b="1" dirty="0">
                <a:latin typeface="Montserrat" panose="00000500000000000000" pitchFamily="50" charset="0"/>
              </a:rPr>
              <a:t>Step 5 </a:t>
            </a:r>
            <a:r>
              <a:rPr lang="en-US" sz="2200" dirty="0">
                <a:latin typeface="Montserrat" panose="00000500000000000000" pitchFamily="50" charset="0"/>
              </a:rPr>
              <a:t>: Result and Observation.</a:t>
            </a:r>
            <a:endParaRPr lang="en-IN" sz="2200" dirty="0">
              <a:latin typeface="Montserrat" panose="00000500000000000000" pitchFamily="50"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2118F7-45DA-4315-A0E8-5DF69302F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482" y="653142"/>
            <a:ext cx="10786187" cy="5579707"/>
          </a:xfrm>
          <a:prstGeom prst="rect">
            <a:avLst/>
          </a:prstGeom>
        </p:spPr>
      </p:pic>
      <p:cxnSp>
        <p:nvCxnSpPr>
          <p:cNvPr id="8" name="Straight Arrow Connector 7">
            <a:extLst>
              <a:ext uri="{FF2B5EF4-FFF2-40B4-BE49-F238E27FC236}">
                <a16:creationId xmlns:a16="http://schemas.microsoft.com/office/drawing/2014/main" id="{46DF06F8-2CEA-493E-B44F-E32EFD6F69D0}"/>
              </a:ext>
            </a:extLst>
          </p:cNvPr>
          <p:cNvCxnSpPr/>
          <p:nvPr/>
        </p:nvCxnSpPr>
        <p:spPr>
          <a:xfrm flipH="1">
            <a:off x="3982063" y="5968181"/>
            <a:ext cx="1209368"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18C2DB-EAA7-4409-843B-5E1C55C7D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398" y="634482"/>
            <a:ext cx="10603950" cy="5514391"/>
          </a:xfrm>
          <a:prstGeom prst="rect">
            <a:avLst/>
          </a:prstGeom>
        </p:spPr>
      </p:pic>
      <p:cxnSp>
        <p:nvCxnSpPr>
          <p:cNvPr id="4" name="Straight Arrow Connector 3">
            <a:extLst>
              <a:ext uri="{FF2B5EF4-FFF2-40B4-BE49-F238E27FC236}">
                <a16:creationId xmlns:a16="http://schemas.microsoft.com/office/drawing/2014/main" id="{D19CD3C8-FDCC-40C0-B61C-F5FAC0FA3F48}"/>
              </a:ext>
            </a:extLst>
          </p:cNvPr>
          <p:cNvCxnSpPr>
            <a:cxnSpLocks/>
          </p:cNvCxnSpPr>
          <p:nvPr/>
        </p:nvCxnSpPr>
        <p:spPr>
          <a:xfrm>
            <a:off x="894735" y="1995949"/>
            <a:ext cx="639097"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6" name="TextBox 5">
            <a:extLst>
              <a:ext uri="{FF2B5EF4-FFF2-40B4-BE49-F238E27FC236}">
                <a16:creationId xmlns:a16="http://schemas.microsoft.com/office/drawing/2014/main" id="{6B2A3B00-E4DE-4FEA-8F3D-55C0E7AE360D}"/>
              </a:ext>
            </a:extLst>
          </p:cNvPr>
          <p:cNvSpPr txBox="1"/>
          <p:nvPr/>
        </p:nvSpPr>
        <p:spPr>
          <a:xfrm>
            <a:off x="3171341" y="1880534"/>
            <a:ext cx="410143" cy="230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900" b="1" i="0" u="none" strike="noStrike" cap="none" spc="0" normalizeH="0" baseline="0" dirty="0">
                <a:ln>
                  <a:noFill/>
                </a:ln>
                <a:effectLst/>
                <a:uFillTx/>
                <a:latin typeface="Montserrat" panose="00000500000000000000" pitchFamily="50" charset="0"/>
                <a:sym typeface="Garamond"/>
              </a:rPr>
              <a:t>Ping</a:t>
            </a:r>
          </a:p>
        </p:txBody>
      </p:sp>
      <p:sp>
        <p:nvSpPr>
          <p:cNvPr id="7" name="TextBox 6">
            <a:extLst>
              <a:ext uri="{FF2B5EF4-FFF2-40B4-BE49-F238E27FC236}">
                <a16:creationId xmlns:a16="http://schemas.microsoft.com/office/drawing/2014/main" id="{71B1600A-4B3C-421C-BE56-152185BE9D47}"/>
              </a:ext>
            </a:extLst>
          </p:cNvPr>
          <p:cNvSpPr txBox="1"/>
          <p:nvPr/>
        </p:nvSpPr>
        <p:spPr>
          <a:xfrm>
            <a:off x="3190897" y="2059905"/>
            <a:ext cx="473622" cy="230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900" b="1" i="0" u="none" strike="noStrike" cap="none" spc="0" normalizeH="0" dirty="0">
                <a:ln>
                  <a:noFill/>
                </a:ln>
                <a:effectLst/>
                <a:uFillTx/>
                <a:latin typeface="Montserrat" panose="00000500000000000000" pitchFamily="50" charset="0"/>
                <a:sym typeface="Garamond"/>
              </a:rPr>
              <a:t>Voice</a:t>
            </a:r>
          </a:p>
        </p:txBody>
      </p:sp>
      <p:sp>
        <p:nvSpPr>
          <p:cNvPr id="8" name="TextBox 7">
            <a:extLst>
              <a:ext uri="{FF2B5EF4-FFF2-40B4-BE49-F238E27FC236}">
                <a16:creationId xmlns:a16="http://schemas.microsoft.com/office/drawing/2014/main" id="{27FCD65C-764C-4AB3-9A19-CDC667E5A6E0}"/>
              </a:ext>
            </a:extLst>
          </p:cNvPr>
          <p:cNvSpPr txBox="1"/>
          <p:nvPr/>
        </p:nvSpPr>
        <p:spPr>
          <a:xfrm>
            <a:off x="3194745" y="2239275"/>
            <a:ext cx="388983" cy="230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900" b="1" i="0" u="none" strike="noStrike" cap="none" spc="0" normalizeH="0" baseline="0" dirty="0">
                <a:ln>
                  <a:noFill/>
                </a:ln>
                <a:effectLst/>
                <a:uFillTx/>
                <a:latin typeface="Montserrat" panose="00000500000000000000" pitchFamily="50" charset="0"/>
                <a:sym typeface="Garamond"/>
              </a:rPr>
              <a:t>DNS</a:t>
            </a:r>
          </a:p>
        </p:txBody>
      </p:sp>
      <p:sp>
        <p:nvSpPr>
          <p:cNvPr id="9" name="TextBox 8">
            <a:extLst>
              <a:ext uri="{FF2B5EF4-FFF2-40B4-BE49-F238E27FC236}">
                <a16:creationId xmlns:a16="http://schemas.microsoft.com/office/drawing/2014/main" id="{4612A50D-FC63-4308-82CC-BDCCBE6485F9}"/>
              </a:ext>
            </a:extLst>
          </p:cNvPr>
          <p:cNvSpPr txBox="1"/>
          <p:nvPr/>
        </p:nvSpPr>
        <p:spPr>
          <a:xfrm>
            <a:off x="3182322" y="2412715"/>
            <a:ext cx="662295" cy="230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IN" sz="900" b="1" i="0" u="none" strike="noStrike" cap="none" spc="0" normalizeH="0" baseline="0" dirty="0">
                <a:ln>
                  <a:noFill/>
                </a:ln>
                <a:effectLst/>
                <a:uFillTx/>
                <a:latin typeface="Montserrat" panose="00000500000000000000" pitchFamily="50" charset="0"/>
                <a:sym typeface="Garamond"/>
              </a:rPr>
              <a:t>Telnet</a:t>
            </a:r>
          </a:p>
        </p:txBody>
      </p:sp>
    </p:spTree>
    <p:extLst>
      <p:ext uri="{BB962C8B-B14F-4D97-AF65-F5344CB8AC3E}">
        <p14:creationId xmlns:p14="http://schemas.microsoft.com/office/powerpoint/2010/main" val="150129454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C25212-EC61-41B4-B616-B9FBC123F5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02" y="634482"/>
            <a:ext cx="10636898" cy="5589036"/>
          </a:xfrm>
          <a:prstGeom prst="rect">
            <a:avLst/>
          </a:prstGeom>
        </p:spPr>
      </p:pic>
    </p:spTree>
    <p:extLst>
      <p:ext uri="{BB962C8B-B14F-4D97-AF65-F5344CB8AC3E}">
        <p14:creationId xmlns:p14="http://schemas.microsoft.com/office/powerpoint/2010/main" val="80376325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E3900D-FEB9-4159-BAAD-A40DC1B113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779" y="811762"/>
            <a:ext cx="10646229" cy="5365103"/>
          </a:xfrm>
          <a:prstGeom prst="rect">
            <a:avLst/>
          </a:prstGeom>
        </p:spPr>
      </p:pic>
      <p:cxnSp>
        <p:nvCxnSpPr>
          <p:cNvPr id="4" name="Straight Arrow Connector 3">
            <a:extLst>
              <a:ext uri="{FF2B5EF4-FFF2-40B4-BE49-F238E27FC236}">
                <a16:creationId xmlns:a16="http://schemas.microsoft.com/office/drawing/2014/main" id="{7587739F-BBF4-4814-A841-CF34681C01A6}"/>
              </a:ext>
            </a:extLst>
          </p:cNvPr>
          <p:cNvCxnSpPr/>
          <p:nvPr/>
        </p:nvCxnSpPr>
        <p:spPr>
          <a:xfrm flipH="1" flipV="1">
            <a:off x="3736258" y="5122606"/>
            <a:ext cx="344129" cy="3441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16826022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0B9F5-FB74-4F4C-B615-15FE3478656E}"/>
              </a:ext>
            </a:extLst>
          </p:cNvPr>
          <p:cNvSpPr>
            <a:spLocks noGrp="1"/>
          </p:cNvSpPr>
          <p:nvPr>
            <p:ph type="title"/>
          </p:nvPr>
        </p:nvSpPr>
        <p:spPr/>
        <p:txBody>
          <a:bodyPr/>
          <a:lstStyle/>
          <a:p>
            <a:r>
              <a:rPr lang="en-IN" b="1" dirty="0">
                <a:latin typeface="Montserrat" panose="00000500000000000000" pitchFamily="50" charset="0"/>
              </a:rPr>
              <a:t>RESULT</a:t>
            </a:r>
          </a:p>
        </p:txBody>
      </p:sp>
      <p:sp>
        <p:nvSpPr>
          <p:cNvPr id="3" name="Text Placeholder 2">
            <a:extLst>
              <a:ext uri="{FF2B5EF4-FFF2-40B4-BE49-F238E27FC236}">
                <a16:creationId xmlns:a16="http://schemas.microsoft.com/office/drawing/2014/main" id="{CD89B9DF-2CD7-44C5-AE70-86F9972BEEA2}"/>
              </a:ext>
            </a:extLst>
          </p:cNvPr>
          <p:cNvSpPr>
            <a:spLocks noGrp="1"/>
          </p:cNvSpPr>
          <p:nvPr>
            <p:ph type="body" sz="half" idx="1"/>
          </p:nvPr>
        </p:nvSpPr>
        <p:spPr/>
        <p:txBody>
          <a:bodyPr/>
          <a:lstStyle/>
          <a:p>
            <a:r>
              <a:rPr lang="en-US" dirty="0">
                <a:latin typeface="Montserrat" panose="00000500000000000000" pitchFamily="50" charset="0"/>
              </a:rPr>
              <a:t>In comparison to K-Means Clustering, Logistic Regression works considerably better in classifying traffic flows (telnet, DNS, ping, speech) in SDN based networks into matching class labels, as shown by the confusion matrix and the preceding graphs.</a:t>
            </a:r>
          </a:p>
          <a:p>
            <a:r>
              <a:rPr lang="en-US" dirty="0">
                <a:latin typeface="Montserrat" panose="00000500000000000000" pitchFamily="50" charset="0"/>
              </a:rPr>
              <a:t>In </a:t>
            </a:r>
            <a:r>
              <a:rPr lang="en-US" u="sng" dirty="0">
                <a:latin typeface="Montserrat" panose="00000500000000000000" pitchFamily="50" charset="0"/>
              </a:rPr>
              <a:t>Logistic regression </a:t>
            </a:r>
            <a:r>
              <a:rPr lang="en-US" dirty="0">
                <a:latin typeface="Montserrat" panose="00000500000000000000" pitchFamily="50" charset="0"/>
              </a:rPr>
              <a:t>the model has an accuracy of </a:t>
            </a:r>
          </a:p>
          <a:p>
            <a:pPr marL="0" indent="0">
              <a:buNone/>
            </a:pPr>
            <a:r>
              <a:rPr lang="en-US" b="1" dirty="0">
                <a:latin typeface="Montserrat" panose="00000500000000000000" pitchFamily="50" charset="0"/>
              </a:rPr>
              <a:t>    99.68</a:t>
            </a:r>
            <a:r>
              <a:rPr lang="en-US" dirty="0">
                <a:latin typeface="Montserrat" panose="00000500000000000000" pitchFamily="50" charset="0"/>
              </a:rPr>
              <a:t> </a:t>
            </a:r>
            <a:r>
              <a:rPr lang="en-US" b="1" dirty="0">
                <a:latin typeface="Montserrat" panose="00000500000000000000" pitchFamily="50" charset="0"/>
              </a:rPr>
              <a:t>percent</a:t>
            </a:r>
            <a:r>
              <a:rPr lang="en-US" dirty="0">
                <a:latin typeface="Montserrat" panose="00000500000000000000" pitchFamily="50" charset="0"/>
              </a:rPr>
              <a:t> and </a:t>
            </a:r>
            <a:r>
              <a:rPr lang="en-US" u="sng" dirty="0">
                <a:latin typeface="Montserrat" panose="00000500000000000000" pitchFamily="50" charset="0"/>
              </a:rPr>
              <a:t>K-Means clustering </a:t>
            </a:r>
            <a:r>
              <a:rPr lang="en-US" dirty="0">
                <a:latin typeface="Montserrat" panose="00000500000000000000" pitchFamily="50" charset="0"/>
              </a:rPr>
              <a:t>has </a:t>
            </a:r>
            <a:r>
              <a:rPr lang="en-US" b="1" dirty="0">
                <a:latin typeface="Montserrat" panose="00000500000000000000" pitchFamily="50" charset="0"/>
              </a:rPr>
              <a:t>30.54 percent.</a:t>
            </a:r>
            <a:endParaRPr lang="en-IN" b="1" dirty="0">
              <a:latin typeface="Montserrat" panose="00000500000000000000" pitchFamily="50" charset="0"/>
            </a:endParaRPr>
          </a:p>
        </p:txBody>
      </p:sp>
    </p:spTree>
    <p:extLst>
      <p:ext uri="{BB962C8B-B14F-4D97-AF65-F5344CB8AC3E}">
        <p14:creationId xmlns:p14="http://schemas.microsoft.com/office/powerpoint/2010/main" val="197089960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itle 1"/>
          <p:cNvSpPr txBox="1">
            <a:spLocks noGrp="1"/>
          </p:cNvSpPr>
          <p:nvPr>
            <p:ph type="title"/>
          </p:nvPr>
        </p:nvSpPr>
        <p:spPr>
          <a:xfrm>
            <a:off x="1295401" y="982132"/>
            <a:ext cx="9601198" cy="1303868"/>
          </a:xfrm>
          <a:prstGeom prst="rect">
            <a:avLst/>
          </a:prstGeom>
        </p:spPr>
        <p:txBody>
          <a:bodyPr/>
          <a:lstStyle/>
          <a:p>
            <a:r>
              <a:rPr lang="en-IN" b="1" dirty="0">
                <a:latin typeface="Montserrat" panose="00000500000000000000" pitchFamily="50" charset="0"/>
              </a:rPr>
              <a:t>CONCLUSION</a:t>
            </a:r>
            <a:endParaRPr b="1" dirty="0">
              <a:latin typeface="Montserrat" panose="00000500000000000000" pitchFamily="50" charset="0"/>
            </a:endParaRPr>
          </a:p>
        </p:txBody>
      </p:sp>
      <p:sp>
        <p:nvSpPr>
          <p:cNvPr id="201" name="Content Placeholder 2"/>
          <p:cNvSpPr txBox="1">
            <a:spLocks noGrp="1"/>
          </p:cNvSpPr>
          <p:nvPr>
            <p:ph type="body" sz="half" idx="1"/>
          </p:nvPr>
        </p:nvSpPr>
        <p:spPr>
          <a:xfrm>
            <a:off x="1295400" y="2556931"/>
            <a:ext cx="9601197" cy="3318938"/>
          </a:xfrm>
          <a:prstGeom prst="rect">
            <a:avLst/>
          </a:prstGeom>
        </p:spPr>
        <p:txBody>
          <a:bodyPr>
            <a:normAutofit fontScale="92500"/>
          </a:bodyPr>
          <a:lstStyle/>
          <a:p>
            <a:r>
              <a:rPr lang="en-US" dirty="0">
                <a:latin typeface="Montserrat" panose="00000500000000000000" pitchFamily="50" charset="0"/>
              </a:rPr>
              <a:t>After analyzing network data acquired by SDN controllers, classifying traffic in the considered SDN-based networks, and integrating the model into a software-defined networking platform, we have come to the conclusion that Logistic In terms of classifying traffic flows (telnet, etc. ), regression works considerably better. SDN-based networks' DNS, ping, and voice) into matching class names in comparison to K-Means clustering.</a:t>
            </a:r>
          </a:p>
          <a:p>
            <a:r>
              <a:rPr lang="en-US" dirty="0">
                <a:latin typeface="Montserrat" panose="00000500000000000000" pitchFamily="50" charset="0"/>
              </a:rPr>
              <a:t>Therefore, </a:t>
            </a:r>
            <a:r>
              <a:rPr lang="en-US" b="1" dirty="0">
                <a:latin typeface="Montserrat" panose="00000500000000000000" pitchFamily="50" charset="0"/>
              </a:rPr>
              <a:t>Logistic Regression can be used for traffic classification in SDN environment</a:t>
            </a:r>
            <a:r>
              <a:rPr lang="en-US" dirty="0">
                <a:latin typeface="Montserrat" panose="00000500000000000000" pitchFamily="50" charset="0"/>
              </a:rPr>
              <a:t>.</a:t>
            </a:r>
            <a:endParaRPr dirty="0">
              <a:latin typeface="Montserrat" panose="00000500000000000000" pitchFamily="50" charset="0"/>
            </a:endParaRPr>
          </a:p>
        </p:txBody>
      </p:sp>
    </p:spTree>
  </p:cSld>
  <p:clrMapOvr>
    <a:masterClrMapping/>
  </p:clrMapOvr>
  <p:transition spd="med"/>
</p:sld>
</file>

<file path=ppt/theme/theme1.xml><?xml version="1.0" encoding="utf-8"?>
<a:theme xmlns:a="http://schemas.openxmlformats.org/drawingml/2006/main" name="Organic">
  <a:themeElements>
    <a:clrScheme name="Organic">
      <a:dk1>
        <a:srgbClr val="000000"/>
      </a:dk1>
      <a:lt1>
        <a:srgbClr val="FFFFFF"/>
      </a:lt1>
      <a:dk2>
        <a:srgbClr val="A7A7A7"/>
      </a:dk2>
      <a:lt2>
        <a:srgbClr val="535353"/>
      </a:lt2>
      <a:accent1>
        <a:srgbClr val="83992A"/>
      </a:accent1>
      <a:accent2>
        <a:srgbClr val="3C9770"/>
      </a:accent2>
      <a:accent3>
        <a:srgbClr val="44709D"/>
      </a:accent3>
      <a:accent4>
        <a:srgbClr val="A23C33"/>
      </a:accent4>
      <a:accent5>
        <a:srgbClr val="D97828"/>
      </a:accent5>
      <a:accent6>
        <a:srgbClr val="DEB340"/>
      </a:accent6>
      <a:hlink>
        <a:srgbClr val="0000FF"/>
      </a:hlink>
      <a:folHlink>
        <a:srgbClr val="FF00FF"/>
      </a:folHlink>
    </a:clrScheme>
    <a:fontScheme name="Organic">
      <a:majorFont>
        <a:latin typeface="Helvetica"/>
        <a:ea typeface="Helvetica"/>
        <a:cs typeface="Helvetica"/>
      </a:majorFont>
      <a:minorFont>
        <a:latin typeface="Garamond"/>
        <a:ea typeface="Garamond"/>
        <a:cs typeface="Garamond"/>
      </a:minorFont>
    </a:fontScheme>
    <a:fmtScheme name="Organic">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rganic">
  <a:themeElements>
    <a:clrScheme name="Organic">
      <a:dk1>
        <a:srgbClr val="000000"/>
      </a:dk1>
      <a:lt1>
        <a:srgbClr val="FFFFFF"/>
      </a:lt1>
      <a:dk2>
        <a:srgbClr val="A7A7A7"/>
      </a:dk2>
      <a:lt2>
        <a:srgbClr val="535353"/>
      </a:lt2>
      <a:accent1>
        <a:srgbClr val="83992A"/>
      </a:accent1>
      <a:accent2>
        <a:srgbClr val="3C9770"/>
      </a:accent2>
      <a:accent3>
        <a:srgbClr val="44709D"/>
      </a:accent3>
      <a:accent4>
        <a:srgbClr val="A23C33"/>
      </a:accent4>
      <a:accent5>
        <a:srgbClr val="D97828"/>
      </a:accent5>
      <a:accent6>
        <a:srgbClr val="DEB340"/>
      </a:accent6>
      <a:hlink>
        <a:srgbClr val="0000FF"/>
      </a:hlink>
      <a:folHlink>
        <a:srgbClr val="FF00FF"/>
      </a:folHlink>
    </a:clrScheme>
    <a:fontScheme name="Organic">
      <a:majorFont>
        <a:latin typeface="Helvetica"/>
        <a:ea typeface="Helvetica"/>
        <a:cs typeface="Helvetica"/>
      </a:majorFont>
      <a:minorFont>
        <a:latin typeface="Garamond"/>
        <a:ea typeface="Garamond"/>
        <a:cs typeface="Garamond"/>
      </a:minorFont>
    </a:fontScheme>
    <a:fmtScheme name="Organic">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Garamon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887</TotalTime>
  <Words>642</Words>
  <Application>Microsoft Office PowerPoint</Application>
  <PresentationFormat>Widescreen</PresentationFormat>
  <Paragraphs>37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Garamond</vt:lpstr>
      <vt:lpstr>Montserrat</vt:lpstr>
      <vt:lpstr>Organic</vt:lpstr>
      <vt:lpstr>COMPUTER NETWOKRS</vt:lpstr>
      <vt:lpstr>INTRODUCTION</vt:lpstr>
      <vt:lpstr>PowerPoint Presentation</vt:lpstr>
      <vt:lpstr>CHALLENGES</vt:lpstr>
      <vt:lpstr>METHODOLOGY</vt:lpstr>
      <vt:lpstr>PowerPoint Presentation</vt:lpstr>
      <vt:lpstr>PowerPoint Presentation</vt:lpstr>
      <vt:lpstr>PowerPoint Presentation</vt:lpstr>
      <vt:lpstr>PowerPoint Presentation</vt:lpstr>
      <vt:lpstr>RESULT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COMMUNICATION</dc:title>
  <cp:lastModifiedBy>DIWAKAR PUROHIT</cp:lastModifiedBy>
  <cp:revision>24</cp:revision>
  <dcterms:modified xsi:type="dcterms:W3CDTF">2021-06-07T06:13:24Z</dcterms:modified>
</cp:coreProperties>
</file>